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77" r:id="rId9"/>
    <p:sldId id="265" r:id="rId10"/>
    <p:sldId id="266" r:id="rId11"/>
    <p:sldId id="267" r:id="rId12"/>
    <p:sldId id="268" r:id="rId13"/>
    <p:sldId id="278" r:id="rId14"/>
    <p:sldId id="269" r:id="rId15"/>
    <p:sldId id="270" r:id="rId16"/>
    <p:sldId id="279" r:id="rId17"/>
    <p:sldId id="280" r:id="rId18"/>
    <p:sldId id="271" r:id="rId19"/>
    <p:sldId id="272" r:id="rId20"/>
    <p:sldId id="261" r:id="rId21"/>
    <p:sldId id="262" r:id="rId22"/>
    <p:sldId id="273" r:id="rId23"/>
    <p:sldId id="274" r:id="rId24"/>
    <p:sldId id="275" r:id="rId25"/>
    <p:sldId id="276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06D907-7837-4B22-93C4-5DD987FECAF7}" v="191" dt="2026-07-22T23:25:46.2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9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eron Gillingham" userId="7faecfd8-793c-40b9-9376-415710773054" providerId="ADAL" clId="{9E5E0149-12BD-4A67-B84C-096177D8C122}"/>
    <pc:docChg chg="undo custSel addSld modSld">
      <pc:chgData name="Cameron Gillingham" userId="7faecfd8-793c-40b9-9376-415710773054" providerId="ADAL" clId="{9E5E0149-12BD-4A67-B84C-096177D8C122}" dt="2026-07-22T23:41:07.023" v="1053" actId="1076"/>
      <pc:docMkLst>
        <pc:docMk/>
      </pc:docMkLst>
      <pc:sldChg chg="addSp modSp mod">
        <pc:chgData name="Cameron Gillingham" userId="7faecfd8-793c-40b9-9376-415710773054" providerId="ADAL" clId="{9E5E0149-12BD-4A67-B84C-096177D8C122}" dt="2026-07-19T07:11:15.488" v="31" actId="1076"/>
        <pc:sldMkLst>
          <pc:docMk/>
          <pc:sldMk cId="3156165420" sldId="257"/>
        </pc:sldMkLst>
        <pc:spChg chg="mod">
          <ac:chgData name="Cameron Gillingham" userId="7faecfd8-793c-40b9-9376-415710773054" providerId="ADAL" clId="{9E5E0149-12BD-4A67-B84C-096177D8C122}" dt="2026-07-19T07:07:56.534" v="1" actId="27636"/>
          <ac:spMkLst>
            <pc:docMk/>
            <pc:sldMk cId="3156165420" sldId="257"/>
            <ac:spMk id="3" creationId="{607A72EB-09E1-5FB2-658B-D20809B78189}"/>
          </ac:spMkLst>
        </pc:spChg>
        <pc:picChg chg="add mod">
          <ac:chgData name="Cameron Gillingham" userId="7faecfd8-793c-40b9-9376-415710773054" providerId="ADAL" clId="{9E5E0149-12BD-4A67-B84C-096177D8C122}" dt="2026-07-19T07:11:15.488" v="31" actId="1076"/>
          <ac:picMkLst>
            <pc:docMk/>
            <pc:sldMk cId="3156165420" sldId="257"/>
            <ac:picMk id="5" creationId="{552DF989-251D-C06E-1A9D-D39E63970C1B}"/>
          </ac:picMkLst>
        </pc:picChg>
      </pc:sldChg>
      <pc:sldChg chg="addSp delSp modSp mod setBg">
        <pc:chgData name="Cameron Gillingham" userId="7faecfd8-793c-40b9-9376-415710773054" providerId="ADAL" clId="{9E5E0149-12BD-4A67-B84C-096177D8C122}" dt="2026-07-19T07:11:33.717" v="33" actId="26606"/>
        <pc:sldMkLst>
          <pc:docMk/>
          <pc:sldMk cId="2643571673" sldId="258"/>
        </pc:sldMkLst>
        <pc:spChg chg="mod">
          <ac:chgData name="Cameron Gillingham" userId="7faecfd8-793c-40b9-9376-415710773054" providerId="ADAL" clId="{9E5E0149-12BD-4A67-B84C-096177D8C122}" dt="2026-07-19T07:11:33.717" v="33" actId="26606"/>
          <ac:spMkLst>
            <pc:docMk/>
            <pc:sldMk cId="2643571673" sldId="258"/>
            <ac:spMk id="2" creationId="{3879D43E-EEC1-919B-4C5B-1F98AC9B3596}"/>
          </ac:spMkLst>
        </pc:spChg>
        <pc:spChg chg="add">
          <ac:chgData name="Cameron Gillingham" userId="7faecfd8-793c-40b9-9376-415710773054" providerId="ADAL" clId="{9E5E0149-12BD-4A67-B84C-096177D8C122}" dt="2026-07-19T07:11:33.717" v="33" actId="26606"/>
          <ac:spMkLst>
            <pc:docMk/>
            <pc:sldMk cId="2643571673" sldId="258"/>
            <ac:spMk id="12" creationId="{A4AC5506-6312-4701-8D3C-40187889A947}"/>
          </ac:spMkLst>
        </pc:spChg>
        <pc:picChg chg="add mod">
          <ac:chgData name="Cameron Gillingham" userId="7faecfd8-793c-40b9-9376-415710773054" providerId="ADAL" clId="{9E5E0149-12BD-4A67-B84C-096177D8C122}" dt="2026-07-19T07:11:33.717" v="33" actId="26606"/>
          <ac:picMkLst>
            <pc:docMk/>
            <pc:sldMk cId="2643571673" sldId="258"/>
            <ac:picMk id="7" creationId="{06E5EFC8-D148-291C-79D2-9F5155B90DB5}"/>
          </ac:picMkLst>
        </pc:picChg>
      </pc:sldChg>
      <pc:sldChg chg="addSp delSp modSp mod">
        <pc:chgData name="Cameron Gillingham" userId="7faecfd8-793c-40b9-9376-415710773054" providerId="ADAL" clId="{9E5E0149-12BD-4A67-B84C-096177D8C122}" dt="2026-07-19T07:31:53.677" v="259" actId="1076"/>
        <pc:sldMkLst>
          <pc:docMk/>
          <pc:sldMk cId="1824072600" sldId="259"/>
        </pc:sldMkLst>
        <pc:spChg chg="mod">
          <ac:chgData name="Cameron Gillingham" userId="7faecfd8-793c-40b9-9376-415710773054" providerId="ADAL" clId="{9E5E0149-12BD-4A67-B84C-096177D8C122}" dt="2026-07-19T07:12:03.198" v="35" actId="26606"/>
          <ac:spMkLst>
            <pc:docMk/>
            <pc:sldMk cId="1824072600" sldId="259"/>
            <ac:spMk id="2" creationId="{84EC8435-1258-C1D3-5B66-FB19D4CF9DDA}"/>
          </ac:spMkLst>
        </pc:spChg>
        <pc:spChg chg="add">
          <ac:chgData name="Cameron Gillingham" userId="7faecfd8-793c-40b9-9376-415710773054" providerId="ADAL" clId="{9E5E0149-12BD-4A67-B84C-096177D8C122}" dt="2026-07-19T07:12:03.198" v="35" actId="26606"/>
          <ac:spMkLst>
            <pc:docMk/>
            <pc:sldMk cId="1824072600" sldId="259"/>
            <ac:spMk id="21" creationId="{A4AC5506-6312-4701-8D3C-40187889A947}"/>
          </ac:spMkLst>
        </pc:spChg>
        <pc:picChg chg="add mod">
          <ac:chgData name="Cameron Gillingham" userId="7faecfd8-793c-40b9-9376-415710773054" providerId="ADAL" clId="{9E5E0149-12BD-4A67-B84C-096177D8C122}" dt="2026-07-19T07:12:03.198" v="35" actId="26606"/>
          <ac:picMkLst>
            <pc:docMk/>
            <pc:sldMk cId="1824072600" sldId="259"/>
            <ac:picMk id="6" creationId="{71544B08-8A15-58B3-5C04-ADA5D9D150D8}"/>
          </ac:picMkLst>
        </pc:picChg>
        <pc:picChg chg="add mod">
          <ac:chgData name="Cameron Gillingham" userId="7faecfd8-793c-40b9-9376-415710773054" providerId="ADAL" clId="{9E5E0149-12BD-4A67-B84C-096177D8C122}" dt="2026-07-19T07:31:53.677" v="259" actId="1076"/>
          <ac:picMkLst>
            <pc:docMk/>
            <pc:sldMk cId="1824072600" sldId="259"/>
            <ac:picMk id="8" creationId="{AB9C415C-430F-D45A-C8AC-BA62EB8F4F36}"/>
          </ac:picMkLst>
        </pc:picChg>
      </pc:sldChg>
      <pc:sldChg chg="addSp delSp modSp mod">
        <pc:chgData name="Cameron Gillingham" userId="7faecfd8-793c-40b9-9376-415710773054" providerId="ADAL" clId="{9E5E0149-12BD-4A67-B84C-096177D8C122}" dt="2026-07-19T07:32:06.396" v="263" actId="1076"/>
        <pc:sldMkLst>
          <pc:docMk/>
          <pc:sldMk cId="2805544812" sldId="260"/>
        </pc:sldMkLst>
        <pc:spChg chg="add">
          <ac:chgData name="Cameron Gillingham" userId="7faecfd8-793c-40b9-9376-415710773054" providerId="ADAL" clId="{9E5E0149-12BD-4A67-B84C-096177D8C122}" dt="2026-07-19T07:12:15.650" v="37" actId="26606"/>
          <ac:spMkLst>
            <pc:docMk/>
            <pc:sldMk cId="2805544812" sldId="260"/>
            <ac:spMk id="15" creationId="{A4AC5506-6312-4701-8D3C-40187889A947}"/>
          </ac:spMkLst>
        </pc:spChg>
        <pc:picChg chg="add mod ord">
          <ac:chgData name="Cameron Gillingham" userId="7faecfd8-793c-40b9-9376-415710773054" providerId="ADAL" clId="{9E5E0149-12BD-4A67-B84C-096177D8C122}" dt="2026-07-19T07:12:15.650" v="37" actId="26606"/>
          <ac:picMkLst>
            <pc:docMk/>
            <pc:sldMk cId="2805544812" sldId="260"/>
            <ac:picMk id="7" creationId="{C8FCCA74-04EB-887E-E253-2FF8938A6C70}"/>
          </ac:picMkLst>
        </pc:picChg>
        <pc:picChg chg="add mod">
          <ac:chgData name="Cameron Gillingham" userId="7faecfd8-793c-40b9-9376-415710773054" providerId="ADAL" clId="{9E5E0149-12BD-4A67-B84C-096177D8C122}" dt="2026-07-19T07:32:06.396" v="263" actId="1076"/>
          <ac:picMkLst>
            <pc:docMk/>
            <pc:sldMk cId="2805544812" sldId="260"/>
            <ac:picMk id="9" creationId="{2A2685B3-5832-7F87-17F6-B7BDA604BC0E}"/>
          </ac:picMkLst>
        </pc:picChg>
      </pc:sldChg>
      <pc:sldChg chg="addSp delSp modSp mod">
        <pc:chgData name="Cameron Gillingham" userId="7faecfd8-793c-40b9-9376-415710773054" providerId="ADAL" clId="{9E5E0149-12BD-4A67-B84C-096177D8C122}" dt="2026-07-19T07:33:39.966" v="289" actId="1076"/>
        <pc:sldMkLst>
          <pc:docMk/>
          <pc:sldMk cId="2796779775" sldId="261"/>
        </pc:sldMkLst>
        <pc:spChg chg="add">
          <ac:chgData name="Cameron Gillingham" userId="7faecfd8-793c-40b9-9376-415710773054" providerId="ADAL" clId="{9E5E0149-12BD-4A67-B84C-096177D8C122}" dt="2026-07-19T07:22:49.168" v="203" actId="26606"/>
          <ac:spMkLst>
            <pc:docMk/>
            <pc:sldMk cId="2796779775" sldId="261"/>
            <ac:spMk id="15" creationId="{A4AC5506-6312-4701-8D3C-40187889A947}"/>
          </ac:spMkLst>
        </pc:spChg>
        <pc:picChg chg="add mod">
          <ac:chgData name="Cameron Gillingham" userId="7faecfd8-793c-40b9-9376-415710773054" providerId="ADAL" clId="{9E5E0149-12BD-4A67-B84C-096177D8C122}" dt="2026-07-19T07:22:49.168" v="203" actId="26606"/>
          <ac:picMkLst>
            <pc:docMk/>
            <pc:sldMk cId="2796779775" sldId="261"/>
            <ac:picMk id="7" creationId="{41F809ED-3399-32A8-2F0B-F422A8C191F6}"/>
          </ac:picMkLst>
        </pc:picChg>
        <pc:picChg chg="add mod">
          <ac:chgData name="Cameron Gillingham" userId="7faecfd8-793c-40b9-9376-415710773054" providerId="ADAL" clId="{9E5E0149-12BD-4A67-B84C-096177D8C122}" dt="2026-07-19T07:33:39.966" v="289" actId="1076"/>
          <ac:picMkLst>
            <pc:docMk/>
            <pc:sldMk cId="2796779775" sldId="261"/>
            <ac:picMk id="9" creationId="{2723F0B3-304B-B868-7D29-61BF01967125}"/>
          </ac:picMkLst>
        </pc:picChg>
      </pc:sldChg>
      <pc:sldChg chg="addSp delSp modSp mod">
        <pc:chgData name="Cameron Gillingham" userId="7faecfd8-793c-40b9-9376-415710773054" providerId="ADAL" clId="{9E5E0149-12BD-4A67-B84C-096177D8C122}" dt="2026-07-19T07:33:44.316" v="291" actId="1076"/>
        <pc:sldMkLst>
          <pc:docMk/>
          <pc:sldMk cId="1558660866" sldId="262"/>
        </pc:sldMkLst>
        <pc:spChg chg="mod">
          <ac:chgData name="Cameron Gillingham" userId="7faecfd8-793c-40b9-9376-415710773054" providerId="ADAL" clId="{9E5E0149-12BD-4A67-B84C-096177D8C122}" dt="2026-07-19T07:23:00.475" v="205" actId="26606"/>
          <ac:spMkLst>
            <pc:docMk/>
            <pc:sldMk cId="1558660866" sldId="262"/>
            <ac:spMk id="2" creationId="{B76F6CE0-4CD0-F96B-DC89-71197E3A5785}"/>
          </ac:spMkLst>
        </pc:spChg>
        <pc:spChg chg="add">
          <ac:chgData name="Cameron Gillingham" userId="7faecfd8-793c-40b9-9376-415710773054" providerId="ADAL" clId="{9E5E0149-12BD-4A67-B84C-096177D8C122}" dt="2026-07-19T07:23:00.475" v="205" actId="26606"/>
          <ac:spMkLst>
            <pc:docMk/>
            <pc:sldMk cId="1558660866" sldId="262"/>
            <ac:spMk id="15" creationId="{A4AC5506-6312-4701-8D3C-40187889A947}"/>
          </ac:spMkLst>
        </pc:spChg>
        <pc:picChg chg="add mod ord">
          <ac:chgData name="Cameron Gillingham" userId="7faecfd8-793c-40b9-9376-415710773054" providerId="ADAL" clId="{9E5E0149-12BD-4A67-B84C-096177D8C122}" dt="2026-07-19T07:23:00.475" v="205" actId="26606"/>
          <ac:picMkLst>
            <pc:docMk/>
            <pc:sldMk cId="1558660866" sldId="262"/>
            <ac:picMk id="7" creationId="{A363CFEF-952A-F68A-B218-DF82A8DC65D2}"/>
          </ac:picMkLst>
        </pc:picChg>
        <pc:picChg chg="add mod">
          <ac:chgData name="Cameron Gillingham" userId="7faecfd8-793c-40b9-9376-415710773054" providerId="ADAL" clId="{9E5E0149-12BD-4A67-B84C-096177D8C122}" dt="2026-07-19T07:33:44.316" v="291" actId="1076"/>
          <ac:picMkLst>
            <pc:docMk/>
            <pc:sldMk cId="1558660866" sldId="262"/>
            <ac:picMk id="9" creationId="{FBC28296-C3D3-3508-0CCD-66B8B1FA3DDD}"/>
          </ac:picMkLst>
        </pc:picChg>
      </pc:sldChg>
      <pc:sldChg chg="addSp delSp modSp mod">
        <pc:chgData name="Cameron Gillingham" userId="7faecfd8-793c-40b9-9376-415710773054" providerId="ADAL" clId="{9E5E0149-12BD-4A67-B84C-096177D8C122}" dt="2026-07-19T07:32:13.949" v="266" actId="14100"/>
        <pc:sldMkLst>
          <pc:docMk/>
          <pc:sldMk cId="2887892845" sldId="263"/>
        </pc:sldMkLst>
        <pc:spChg chg="add">
          <ac:chgData name="Cameron Gillingham" userId="7faecfd8-793c-40b9-9376-415710773054" providerId="ADAL" clId="{9E5E0149-12BD-4A67-B84C-096177D8C122}" dt="2026-07-19T07:15:16.231" v="39" actId="26606"/>
          <ac:spMkLst>
            <pc:docMk/>
            <pc:sldMk cId="2887892845" sldId="263"/>
            <ac:spMk id="15" creationId="{A4AC5506-6312-4701-8D3C-40187889A947}"/>
          </ac:spMkLst>
        </pc:spChg>
        <pc:picChg chg="add mod">
          <ac:chgData name="Cameron Gillingham" userId="7faecfd8-793c-40b9-9376-415710773054" providerId="ADAL" clId="{9E5E0149-12BD-4A67-B84C-096177D8C122}" dt="2026-07-19T07:15:16.231" v="39" actId="26606"/>
          <ac:picMkLst>
            <pc:docMk/>
            <pc:sldMk cId="2887892845" sldId="263"/>
            <ac:picMk id="7" creationId="{B44A6C88-92CC-5B56-2BAA-F272A02AB76B}"/>
          </ac:picMkLst>
        </pc:picChg>
        <pc:picChg chg="add mod">
          <ac:chgData name="Cameron Gillingham" userId="7faecfd8-793c-40b9-9376-415710773054" providerId="ADAL" clId="{9E5E0149-12BD-4A67-B84C-096177D8C122}" dt="2026-07-19T07:32:13.949" v="266" actId="14100"/>
          <ac:picMkLst>
            <pc:docMk/>
            <pc:sldMk cId="2887892845" sldId="263"/>
            <ac:picMk id="9" creationId="{F6346445-CA48-919B-4C3A-6CA5BAEEF556}"/>
          </ac:picMkLst>
        </pc:picChg>
      </pc:sldChg>
      <pc:sldChg chg="addSp delSp modSp mod">
        <pc:chgData name="Cameron Gillingham" userId="7faecfd8-793c-40b9-9376-415710773054" providerId="ADAL" clId="{9E5E0149-12BD-4A67-B84C-096177D8C122}" dt="2026-07-22T07:28:19.801" v="366" actId="14100"/>
        <pc:sldMkLst>
          <pc:docMk/>
          <pc:sldMk cId="1861031868" sldId="264"/>
        </pc:sldMkLst>
        <pc:spChg chg="add del mod">
          <ac:chgData name="Cameron Gillingham" userId="7faecfd8-793c-40b9-9376-415710773054" providerId="ADAL" clId="{9E5E0149-12BD-4A67-B84C-096177D8C122}" dt="2026-07-22T07:26:07.468" v="309" actId="478"/>
          <ac:spMkLst>
            <pc:docMk/>
            <pc:sldMk cId="1861031868" sldId="264"/>
            <ac:spMk id="6" creationId="{B2476F58-CB1D-251E-83DB-C8D38DED4BB4}"/>
          </ac:spMkLst>
        </pc:spChg>
        <pc:spChg chg="add del mod">
          <ac:chgData name="Cameron Gillingham" userId="7faecfd8-793c-40b9-9376-415710773054" providerId="ADAL" clId="{9E5E0149-12BD-4A67-B84C-096177D8C122}" dt="2026-07-22T07:26:22.104" v="313" actId="478"/>
          <ac:spMkLst>
            <pc:docMk/>
            <pc:sldMk cId="1861031868" sldId="264"/>
            <ac:spMk id="10" creationId="{B18EC573-6973-0656-A2C7-44F475DF1C0A}"/>
          </ac:spMkLst>
        </pc:spChg>
        <pc:spChg chg="add mod">
          <ac:chgData name="Cameron Gillingham" userId="7faecfd8-793c-40b9-9376-415710773054" providerId="ADAL" clId="{9E5E0149-12BD-4A67-B84C-096177D8C122}" dt="2026-07-22T07:28:11.120" v="363" actId="20577"/>
          <ac:spMkLst>
            <pc:docMk/>
            <pc:sldMk cId="1861031868" sldId="264"/>
            <ac:spMk id="14" creationId="{5EB9C59D-659A-E840-75CE-8AC91B000BF0}"/>
          </ac:spMkLst>
        </pc:spChg>
        <pc:spChg chg="add">
          <ac:chgData name="Cameron Gillingham" userId="7faecfd8-793c-40b9-9376-415710773054" providerId="ADAL" clId="{9E5E0149-12BD-4A67-B84C-096177D8C122}" dt="2026-07-19T07:15:40.101" v="41" actId="26606"/>
          <ac:spMkLst>
            <pc:docMk/>
            <pc:sldMk cId="1861031868" sldId="264"/>
            <ac:spMk id="15" creationId="{A4AC5506-6312-4701-8D3C-40187889A947}"/>
          </ac:spMkLst>
        </pc:spChg>
        <pc:picChg chg="add del mod">
          <ac:chgData name="Cameron Gillingham" userId="7faecfd8-793c-40b9-9376-415710773054" providerId="ADAL" clId="{9E5E0149-12BD-4A67-B84C-096177D8C122}" dt="2026-07-22T07:26:34.468" v="315" actId="478"/>
          <ac:picMkLst>
            <pc:docMk/>
            <pc:sldMk cId="1861031868" sldId="264"/>
            <ac:picMk id="4" creationId="{3E72F40A-6B85-260E-4EA4-09F19CE3D26A}"/>
          </ac:picMkLst>
        </pc:picChg>
        <pc:picChg chg="add del mod">
          <ac:chgData name="Cameron Gillingham" userId="7faecfd8-793c-40b9-9376-415710773054" providerId="ADAL" clId="{9E5E0149-12BD-4A67-B84C-096177D8C122}" dt="2026-07-22T07:26:34.468" v="315" actId="478"/>
          <ac:picMkLst>
            <pc:docMk/>
            <pc:sldMk cId="1861031868" sldId="264"/>
            <ac:picMk id="7" creationId="{910D8E46-2C87-5B1F-EF23-6BCF59F14058}"/>
          </ac:picMkLst>
        </pc:picChg>
        <pc:picChg chg="add mod">
          <ac:chgData name="Cameron Gillingham" userId="7faecfd8-793c-40b9-9376-415710773054" providerId="ADAL" clId="{9E5E0149-12BD-4A67-B84C-096177D8C122}" dt="2026-07-19T07:32:19.570" v="268" actId="1076"/>
          <ac:picMkLst>
            <pc:docMk/>
            <pc:sldMk cId="1861031868" sldId="264"/>
            <ac:picMk id="9" creationId="{1C6BEDB6-BB42-FA4E-CD90-9BC34EEBD318}"/>
          </ac:picMkLst>
        </pc:picChg>
        <pc:picChg chg="add mod">
          <ac:chgData name="Cameron Gillingham" userId="7faecfd8-793c-40b9-9376-415710773054" providerId="ADAL" clId="{9E5E0149-12BD-4A67-B84C-096177D8C122}" dt="2026-07-22T07:26:14.006" v="312"/>
          <ac:picMkLst>
            <pc:docMk/>
            <pc:sldMk cId="1861031868" sldId="264"/>
            <ac:picMk id="11" creationId="{3A0F19B7-4D65-0791-75E1-43D7E222A182}"/>
          </ac:picMkLst>
        </pc:picChg>
        <pc:picChg chg="add mod">
          <ac:chgData name="Cameron Gillingham" userId="7faecfd8-793c-40b9-9376-415710773054" providerId="ADAL" clId="{9E5E0149-12BD-4A67-B84C-096177D8C122}" dt="2026-07-22T07:26:12.263" v="311"/>
          <ac:picMkLst>
            <pc:docMk/>
            <pc:sldMk cId="1861031868" sldId="264"/>
            <ac:picMk id="12" creationId="{8A807A1D-8282-7C60-B670-6DDF1FBF2F43}"/>
          </ac:picMkLst>
        </pc:picChg>
        <pc:picChg chg="add mod">
          <ac:chgData name="Cameron Gillingham" userId="7faecfd8-793c-40b9-9376-415710773054" providerId="ADAL" clId="{9E5E0149-12BD-4A67-B84C-096177D8C122}" dt="2026-07-22T07:28:19.801" v="366" actId="14100"/>
          <ac:picMkLst>
            <pc:docMk/>
            <pc:sldMk cId="1861031868" sldId="264"/>
            <ac:picMk id="17" creationId="{12B04D58-07A5-523F-73B7-E89C76D488EA}"/>
          </ac:picMkLst>
        </pc:picChg>
      </pc:sldChg>
      <pc:sldChg chg="addSp delSp modSp mod">
        <pc:chgData name="Cameron Gillingham" userId="7faecfd8-793c-40b9-9376-415710773054" providerId="ADAL" clId="{9E5E0149-12BD-4A67-B84C-096177D8C122}" dt="2026-07-19T07:32:29.513" v="270" actId="1076"/>
        <pc:sldMkLst>
          <pc:docMk/>
          <pc:sldMk cId="871662072" sldId="265"/>
        </pc:sldMkLst>
        <pc:spChg chg="add">
          <ac:chgData name="Cameron Gillingham" userId="7faecfd8-793c-40b9-9376-415710773054" providerId="ADAL" clId="{9E5E0149-12BD-4A67-B84C-096177D8C122}" dt="2026-07-19T07:16:37.890" v="72" actId="26606"/>
          <ac:spMkLst>
            <pc:docMk/>
            <pc:sldMk cId="871662072" sldId="265"/>
            <ac:spMk id="17" creationId="{A4AC5506-6312-4701-8D3C-40187889A947}"/>
          </ac:spMkLst>
        </pc:spChg>
        <pc:picChg chg="add mod">
          <ac:chgData name="Cameron Gillingham" userId="7faecfd8-793c-40b9-9376-415710773054" providerId="ADAL" clId="{9E5E0149-12BD-4A67-B84C-096177D8C122}" dt="2026-07-19T07:16:37.890" v="72" actId="26606"/>
          <ac:picMkLst>
            <pc:docMk/>
            <pc:sldMk cId="871662072" sldId="265"/>
            <ac:picMk id="6" creationId="{53AB9DAF-D6C2-C408-5AD2-F39DB65D7CA0}"/>
          </ac:picMkLst>
        </pc:picChg>
        <pc:picChg chg="add mod">
          <ac:chgData name="Cameron Gillingham" userId="7faecfd8-793c-40b9-9376-415710773054" providerId="ADAL" clId="{9E5E0149-12BD-4A67-B84C-096177D8C122}" dt="2026-07-19T07:32:29.513" v="270" actId="1076"/>
          <ac:picMkLst>
            <pc:docMk/>
            <pc:sldMk cId="871662072" sldId="265"/>
            <ac:picMk id="9" creationId="{A58360A9-46C1-0499-7A7A-215B4C366CE0}"/>
          </ac:picMkLst>
        </pc:picChg>
      </pc:sldChg>
      <pc:sldChg chg="addSp delSp modSp mod">
        <pc:chgData name="Cameron Gillingham" userId="7faecfd8-793c-40b9-9376-415710773054" providerId="ADAL" clId="{9E5E0149-12BD-4A67-B84C-096177D8C122}" dt="2026-07-19T07:32:39.609" v="272" actId="1076"/>
        <pc:sldMkLst>
          <pc:docMk/>
          <pc:sldMk cId="3098904749" sldId="266"/>
        </pc:sldMkLst>
        <pc:spChg chg="mod">
          <ac:chgData name="Cameron Gillingham" userId="7faecfd8-793c-40b9-9376-415710773054" providerId="ADAL" clId="{9E5E0149-12BD-4A67-B84C-096177D8C122}" dt="2026-07-19T07:16:53.885" v="74" actId="26606"/>
          <ac:spMkLst>
            <pc:docMk/>
            <pc:sldMk cId="3098904749" sldId="266"/>
            <ac:spMk id="2" creationId="{B25392B3-664E-4AE8-2D2E-FC416389AAC7}"/>
          </ac:spMkLst>
        </pc:spChg>
        <pc:spChg chg="add">
          <ac:chgData name="Cameron Gillingham" userId="7faecfd8-793c-40b9-9376-415710773054" providerId="ADAL" clId="{9E5E0149-12BD-4A67-B84C-096177D8C122}" dt="2026-07-19T07:16:53.885" v="74" actId="26606"/>
          <ac:spMkLst>
            <pc:docMk/>
            <pc:sldMk cId="3098904749" sldId="266"/>
            <ac:spMk id="22" creationId="{A4AC5506-6312-4701-8D3C-40187889A947}"/>
          </ac:spMkLst>
        </pc:spChg>
        <pc:picChg chg="add mod">
          <ac:chgData name="Cameron Gillingham" userId="7faecfd8-793c-40b9-9376-415710773054" providerId="ADAL" clId="{9E5E0149-12BD-4A67-B84C-096177D8C122}" dt="2026-07-19T07:16:53.885" v="74" actId="26606"/>
          <ac:picMkLst>
            <pc:docMk/>
            <pc:sldMk cId="3098904749" sldId="266"/>
            <ac:picMk id="4" creationId="{3AFC8305-0880-64D2-C054-9782C3FBD564}"/>
          </ac:picMkLst>
        </pc:picChg>
        <pc:picChg chg="add mod">
          <ac:chgData name="Cameron Gillingham" userId="7faecfd8-793c-40b9-9376-415710773054" providerId="ADAL" clId="{9E5E0149-12BD-4A67-B84C-096177D8C122}" dt="2026-07-19T07:32:39.609" v="272" actId="1076"/>
          <ac:picMkLst>
            <pc:docMk/>
            <pc:sldMk cId="3098904749" sldId="266"/>
            <ac:picMk id="7" creationId="{BB1E4506-FEE3-4A61-E5A4-A1DAFEC24FCE}"/>
          </ac:picMkLst>
        </pc:picChg>
      </pc:sldChg>
      <pc:sldChg chg="addSp delSp modSp mod">
        <pc:chgData name="Cameron Gillingham" userId="7faecfd8-793c-40b9-9376-415710773054" providerId="ADAL" clId="{9E5E0149-12BD-4A67-B84C-096177D8C122}" dt="2026-07-19T07:32:48.447" v="276" actId="1076"/>
        <pc:sldMkLst>
          <pc:docMk/>
          <pc:sldMk cId="1744401818" sldId="267"/>
        </pc:sldMkLst>
        <pc:spChg chg="add mod">
          <ac:chgData name="Cameron Gillingham" userId="7faecfd8-793c-40b9-9376-415710773054" providerId="ADAL" clId="{9E5E0149-12BD-4A67-B84C-096177D8C122}" dt="2026-07-19T07:08:24.268" v="13" actId="478"/>
          <ac:spMkLst>
            <pc:docMk/>
            <pc:sldMk cId="1744401818" sldId="267"/>
            <ac:spMk id="4" creationId="{83778F6D-AD0C-3D2F-0EBC-7F9BEF46AF6F}"/>
          </ac:spMkLst>
        </pc:spChg>
        <pc:picChg chg="add mod">
          <ac:chgData name="Cameron Gillingham" userId="7faecfd8-793c-40b9-9376-415710773054" providerId="ADAL" clId="{9E5E0149-12BD-4A67-B84C-096177D8C122}" dt="2026-07-19T07:17:41.652" v="80" actId="1076"/>
          <ac:picMkLst>
            <pc:docMk/>
            <pc:sldMk cId="1744401818" sldId="267"/>
            <ac:picMk id="7" creationId="{54EDF68F-77AE-DB26-E596-6900F851C67D}"/>
          </ac:picMkLst>
        </pc:picChg>
        <pc:picChg chg="add mod">
          <ac:chgData name="Cameron Gillingham" userId="7faecfd8-793c-40b9-9376-415710773054" providerId="ADAL" clId="{9E5E0149-12BD-4A67-B84C-096177D8C122}" dt="2026-07-19T07:32:48.447" v="276" actId="1076"/>
          <ac:picMkLst>
            <pc:docMk/>
            <pc:sldMk cId="1744401818" sldId="267"/>
            <ac:picMk id="9" creationId="{E3DFD42F-693F-6384-C265-95B763CB34DD}"/>
          </ac:picMkLst>
        </pc:picChg>
      </pc:sldChg>
      <pc:sldChg chg="addSp delSp modSp mod">
        <pc:chgData name="Cameron Gillingham" userId="7faecfd8-793c-40b9-9376-415710773054" providerId="ADAL" clId="{9E5E0149-12BD-4A67-B84C-096177D8C122}" dt="2026-07-22T23:41:07.023" v="1053" actId="1076"/>
        <pc:sldMkLst>
          <pc:docMk/>
          <pc:sldMk cId="403150484" sldId="268"/>
        </pc:sldMkLst>
        <pc:spChg chg="add mod">
          <ac:chgData name="Cameron Gillingham" userId="7faecfd8-793c-40b9-9376-415710773054" providerId="ADAL" clId="{9E5E0149-12BD-4A67-B84C-096177D8C122}" dt="2026-07-22T23:41:05.452" v="1052" actId="1076"/>
          <ac:spMkLst>
            <pc:docMk/>
            <pc:sldMk cId="403150484" sldId="268"/>
            <ac:spMk id="3" creationId="{F5F05D0E-9B16-831E-C5BB-7D4366EFE7FC}"/>
          </ac:spMkLst>
        </pc:spChg>
        <pc:spChg chg="add">
          <ac:chgData name="Cameron Gillingham" userId="7faecfd8-793c-40b9-9376-415710773054" providerId="ADAL" clId="{9E5E0149-12BD-4A67-B84C-096177D8C122}" dt="2026-07-19T07:17:53.473" v="82" actId="26606"/>
          <ac:spMkLst>
            <pc:docMk/>
            <pc:sldMk cId="403150484" sldId="268"/>
            <ac:spMk id="15" creationId="{A4AC5506-6312-4701-8D3C-40187889A947}"/>
          </ac:spMkLst>
        </pc:spChg>
        <pc:picChg chg="add mod">
          <ac:chgData name="Cameron Gillingham" userId="7faecfd8-793c-40b9-9376-415710773054" providerId="ADAL" clId="{9E5E0149-12BD-4A67-B84C-096177D8C122}" dt="2026-07-22T23:41:07.023" v="1053" actId="1076"/>
          <ac:picMkLst>
            <pc:docMk/>
            <pc:sldMk cId="403150484" sldId="268"/>
            <ac:picMk id="7" creationId="{47B8C106-397F-4BA1-A524-7815FB565DC3}"/>
          </ac:picMkLst>
        </pc:picChg>
        <pc:picChg chg="add mod">
          <ac:chgData name="Cameron Gillingham" userId="7faecfd8-793c-40b9-9376-415710773054" providerId="ADAL" clId="{9E5E0149-12BD-4A67-B84C-096177D8C122}" dt="2026-07-22T07:39:41.854" v="458" actId="1076"/>
          <ac:picMkLst>
            <pc:docMk/>
            <pc:sldMk cId="403150484" sldId="268"/>
            <ac:picMk id="9" creationId="{0149AFFE-9662-F51E-D622-85B7CBDC8070}"/>
          </ac:picMkLst>
        </pc:picChg>
      </pc:sldChg>
      <pc:sldChg chg="addSp delSp modSp mod">
        <pc:chgData name="Cameron Gillingham" userId="7faecfd8-793c-40b9-9376-415710773054" providerId="ADAL" clId="{9E5E0149-12BD-4A67-B84C-096177D8C122}" dt="2026-07-19T07:33:12.700" v="283" actId="1076"/>
        <pc:sldMkLst>
          <pc:docMk/>
          <pc:sldMk cId="3661813343" sldId="269"/>
        </pc:sldMkLst>
        <pc:spChg chg="add mod">
          <ac:chgData name="Cameron Gillingham" userId="7faecfd8-793c-40b9-9376-415710773054" providerId="ADAL" clId="{9E5E0149-12BD-4A67-B84C-096177D8C122}" dt="2026-07-19T07:08:30.194" v="15" actId="478"/>
          <ac:spMkLst>
            <pc:docMk/>
            <pc:sldMk cId="3661813343" sldId="269"/>
            <ac:spMk id="4" creationId="{0BD281E4-7C27-B4E6-A2BA-F4F75A100152}"/>
          </ac:spMkLst>
        </pc:spChg>
        <pc:picChg chg="add mod">
          <ac:chgData name="Cameron Gillingham" userId="7faecfd8-793c-40b9-9376-415710773054" providerId="ADAL" clId="{9E5E0149-12BD-4A67-B84C-096177D8C122}" dt="2026-07-19T07:19:13.073" v="125" actId="1076"/>
          <ac:picMkLst>
            <pc:docMk/>
            <pc:sldMk cId="3661813343" sldId="269"/>
            <ac:picMk id="7" creationId="{11257AAC-241E-5C15-EF6B-899A73EF8489}"/>
          </ac:picMkLst>
        </pc:picChg>
        <pc:picChg chg="add mod">
          <ac:chgData name="Cameron Gillingham" userId="7faecfd8-793c-40b9-9376-415710773054" providerId="ADAL" clId="{9E5E0149-12BD-4A67-B84C-096177D8C122}" dt="2026-07-19T07:33:12.700" v="283" actId="1076"/>
          <ac:picMkLst>
            <pc:docMk/>
            <pc:sldMk cId="3661813343" sldId="269"/>
            <ac:picMk id="9" creationId="{58017E36-6CD2-9AD6-2160-EF99DB5C0471}"/>
          </ac:picMkLst>
        </pc:picChg>
      </pc:sldChg>
      <pc:sldChg chg="addSp delSp modSp mod">
        <pc:chgData name="Cameron Gillingham" userId="7faecfd8-793c-40b9-9376-415710773054" providerId="ADAL" clId="{9E5E0149-12BD-4A67-B84C-096177D8C122}" dt="2026-07-22T07:54:07.435" v="679" actId="12"/>
        <pc:sldMkLst>
          <pc:docMk/>
          <pc:sldMk cId="3962797640" sldId="270"/>
        </pc:sldMkLst>
        <pc:spChg chg="add mod">
          <ac:chgData name="Cameron Gillingham" userId="7faecfd8-793c-40b9-9376-415710773054" providerId="ADAL" clId="{9E5E0149-12BD-4A67-B84C-096177D8C122}" dt="2026-07-22T07:54:07.435" v="679" actId="12"/>
          <ac:spMkLst>
            <pc:docMk/>
            <pc:sldMk cId="3962797640" sldId="270"/>
            <ac:spMk id="3" creationId="{BB1DC055-27B6-D75F-B968-2F82CB23C69F}"/>
          </ac:spMkLst>
        </pc:spChg>
        <pc:spChg chg="add">
          <ac:chgData name="Cameron Gillingham" userId="7faecfd8-793c-40b9-9376-415710773054" providerId="ADAL" clId="{9E5E0149-12BD-4A67-B84C-096177D8C122}" dt="2026-07-19T07:19:35.293" v="127" actId="26606"/>
          <ac:spMkLst>
            <pc:docMk/>
            <pc:sldMk cId="3962797640" sldId="270"/>
            <ac:spMk id="15" creationId="{A4AC5506-6312-4701-8D3C-40187889A947}"/>
          </ac:spMkLst>
        </pc:spChg>
        <pc:picChg chg="add mod">
          <ac:chgData name="Cameron Gillingham" userId="7faecfd8-793c-40b9-9376-415710773054" providerId="ADAL" clId="{9E5E0149-12BD-4A67-B84C-096177D8C122}" dt="2026-07-22T07:49:07.244" v="645" actId="1076"/>
          <ac:picMkLst>
            <pc:docMk/>
            <pc:sldMk cId="3962797640" sldId="270"/>
            <ac:picMk id="7" creationId="{C7589416-F3B2-A357-4191-016E522F9CC5}"/>
          </ac:picMkLst>
        </pc:picChg>
      </pc:sldChg>
      <pc:sldChg chg="addSp delSp modSp mod">
        <pc:chgData name="Cameron Gillingham" userId="7faecfd8-793c-40b9-9376-415710773054" providerId="ADAL" clId="{9E5E0149-12BD-4A67-B84C-096177D8C122}" dt="2026-07-19T07:33:26.026" v="285" actId="1076"/>
        <pc:sldMkLst>
          <pc:docMk/>
          <pc:sldMk cId="5202172" sldId="271"/>
        </pc:sldMkLst>
        <pc:spChg chg="mod">
          <ac:chgData name="Cameron Gillingham" userId="7faecfd8-793c-40b9-9376-415710773054" providerId="ADAL" clId="{9E5E0149-12BD-4A67-B84C-096177D8C122}" dt="2026-07-19T07:21:45.215" v="196" actId="26606"/>
          <ac:spMkLst>
            <pc:docMk/>
            <pc:sldMk cId="5202172" sldId="271"/>
            <ac:spMk id="2" creationId="{2CE9B422-98F9-5244-3DD5-A8319299FBF2}"/>
          </ac:spMkLst>
        </pc:spChg>
        <pc:spChg chg="add">
          <ac:chgData name="Cameron Gillingham" userId="7faecfd8-793c-40b9-9376-415710773054" providerId="ADAL" clId="{9E5E0149-12BD-4A67-B84C-096177D8C122}" dt="2026-07-19T07:21:45.215" v="196" actId="26606"/>
          <ac:spMkLst>
            <pc:docMk/>
            <pc:sldMk cId="5202172" sldId="271"/>
            <ac:spMk id="17" creationId="{A4AC5506-6312-4701-8D3C-40187889A947}"/>
          </ac:spMkLst>
        </pc:spChg>
        <pc:picChg chg="add mod">
          <ac:chgData name="Cameron Gillingham" userId="7faecfd8-793c-40b9-9376-415710773054" providerId="ADAL" clId="{9E5E0149-12BD-4A67-B84C-096177D8C122}" dt="2026-07-19T07:21:45.215" v="196" actId="26606"/>
          <ac:picMkLst>
            <pc:docMk/>
            <pc:sldMk cId="5202172" sldId="271"/>
            <ac:picMk id="8" creationId="{8B1E0190-17E0-5D39-176A-370B3E5B0AC7}"/>
          </ac:picMkLst>
        </pc:picChg>
        <pc:picChg chg="add mod">
          <ac:chgData name="Cameron Gillingham" userId="7faecfd8-793c-40b9-9376-415710773054" providerId="ADAL" clId="{9E5E0149-12BD-4A67-B84C-096177D8C122}" dt="2026-07-19T07:33:26.026" v="285" actId="1076"/>
          <ac:picMkLst>
            <pc:docMk/>
            <pc:sldMk cId="5202172" sldId="271"/>
            <ac:picMk id="10" creationId="{BD19FB3A-8132-4531-19B6-1B89E3D312F4}"/>
          </ac:picMkLst>
        </pc:picChg>
      </pc:sldChg>
      <pc:sldChg chg="addSp delSp modSp mod">
        <pc:chgData name="Cameron Gillingham" userId="7faecfd8-793c-40b9-9376-415710773054" providerId="ADAL" clId="{9E5E0149-12BD-4A67-B84C-096177D8C122}" dt="2026-07-19T07:33:32.652" v="287" actId="1076"/>
        <pc:sldMkLst>
          <pc:docMk/>
          <pc:sldMk cId="1753879072" sldId="272"/>
        </pc:sldMkLst>
        <pc:spChg chg="add">
          <ac:chgData name="Cameron Gillingham" userId="7faecfd8-793c-40b9-9376-415710773054" providerId="ADAL" clId="{9E5E0149-12BD-4A67-B84C-096177D8C122}" dt="2026-07-19T07:22:29.884" v="201" actId="26606"/>
          <ac:spMkLst>
            <pc:docMk/>
            <pc:sldMk cId="1753879072" sldId="272"/>
            <ac:spMk id="20" creationId="{A4AC5506-6312-4701-8D3C-40187889A947}"/>
          </ac:spMkLst>
        </pc:spChg>
        <pc:picChg chg="add mod">
          <ac:chgData name="Cameron Gillingham" userId="7faecfd8-793c-40b9-9376-415710773054" providerId="ADAL" clId="{9E5E0149-12BD-4A67-B84C-096177D8C122}" dt="2026-07-19T07:22:29.884" v="201" actId="26606"/>
          <ac:picMkLst>
            <pc:docMk/>
            <pc:sldMk cId="1753879072" sldId="272"/>
            <ac:picMk id="12" creationId="{4B4AC926-7605-1373-EA24-EB0AA66E95AB}"/>
          </ac:picMkLst>
        </pc:picChg>
        <pc:picChg chg="add mod">
          <ac:chgData name="Cameron Gillingham" userId="7faecfd8-793c-40b9-9376-415710773054" providerId="ADAL" clId="{9E5E0149-12BD-4A67-B84C-096177D8C122}" dt="2026-07-19T07:33:32.652" v="287" actId="1076"/>
          <ac:picMkLst>
            <pc:docMk/>
            <pc:sldMk cId="1753879072" sldId="272"/>
            <ac:picMk id="14" creationId="{3229CF5F-710D-C889-0420-CB7A4FBA018B}"/>
          </ac:picMkLst>
        </pc:picChg>
      </pc:sldChg>
      <pc:sldChg chg="addSp delSp modSp mod setBg">
        <pc:chgData name="Cameron Gillingham" userId="7faecfd8-793c-40b9-9376-415710773054" providerId="ADAL" clId="{9E5E0149-12BD-4A67-B84C-096177D8C122}" dt="2026-07-19T07:33:52.212" v="296" actId="1076"/>
        <pc:sldMkLst>
          <pc:docMk/>
          <pc:sldMk cId="316536672" sldId="273"/>
        </pc:sldMkLst>
        <pc:spChg chg="mod">
          <ac:chgData name="Cameron Gillingham" userId="7faecfd8-793c-40b9-9376-415710773054" providerId="ADAL" clId="{9E5E0149-12BD-4A67-B84C-096177D8C122}" dt="2026-07-19T07:23:46.155" v="209" actId="26606"/>
          <ac:spMkLst>
            <pc:docMk/>
            <pc:sldMk cId="316536672" sldId="273"/>
            <ac:spMk id="2" creationId="{CB0E62B2-241B-A982-0CC5-0A2F4AC7D435}"/>
          </ac:spMkLst>
        </pc:spChg>
        <pc:spChg chg="add">
          <ac:chgData name="Cameron Gillingham" userId="7faecfd8-793c-40b9-9376-415710773054" providerId="ADAL" clId="{9E5E0149-12BD-4A67-B84C-096177D8C122}" dt="2026-07-19T07:23:46.155" v="209" actId="26606"/>
          <ac:spMkLst>
            <pc:docMk/>
            <pc:sldMk cId="316536672" sldId="273"/>
            <ac:spMk id="13" creationId="{A4AC5506-6312-4701-8D3C-40187889A947}"/>
          </ac:spMkLst>
        </pc:spChg>
        <pc:picChg chg="add mod ord">
          <ac:chgData name="Cameron Gillingham" userId="7faecfd8-793c-40b9-9376-415710773054" providerId="ADAL" clId="{9E5E0149-12BD-4A67-B84C-096177D8C122}" dt="2026-07-19T07:23:46.155" v="209" actId="26606"/>
          <ac:picMkLst>
            <pc:docMk/>
            <pc:sldMk cId="316536672" sldId="273"/>
            <ac:picMk id="8" creationId="{F31DA4FA-D25E-A5EC-835A-D0052CB71CC8}"/>
          </ac:picMkLst>
        </pc:picChg>
        <pc:picChg chg="add mod">
          <ac:chgData name="Cameron Gillingham" userId="7faecfd8-793c-40b9-9376-415710773054" providerId="ADAL" clId="{9E5E0149-12BD-4A67-B84C-096177D8C122}" dt="2026-07-19T07:33:52.212" v="296" actId="1076"/>
          <ac:picMkLst>
            <pc:docMk/>
            <pc:sldMk cId="316536672" sldId="273"/>
            <ac:picMk id="10" creationId="{290E15F3-1450-C5D9-AE7E-0F282516A60E}"/>
          </ac:picMkLst>
        </pc:picChg>
      </pc:sldChg>
      <pc:sldChg chg="addSp delSp modSp mod">
        <pc:chgData name="Cameron Gillingham" userId="7faecfd8-793c-40b9-9376-415710773054" providerId="ADAL" clId="{9E5E0149-12BD-4A67-B84C-096177D8C122}" dt="2026-07-19T07:33:58.869" v="298" actId="1076"/>
        <pc:sldMkLst>
          <pc:docMk/>
          <pc:sldMk cId="143674603" sldId="274"/>
        </pc:sldMkLst>
        <pc:spChg chg="add">
          <ac:chgData name="Cameron Gillingham" userId="7faecfd8-793c-40b9-9376-415710773054" providerId="ADAL" clId="{9E5E0149-12BD-4A67-B84C-096177D8C122}" dt="2026-07-19T07:23:43.360" v="208" actId="26606"/>
          <ac:spMkLst>
            <pc:docMk/>
            <pc:sldMk cId="143674603" sldId="274"/>
            <ac:spMk id="17" creationId="{A4AC5506-6312-4701-8D3C-40187889A947}"/>
          </ac:spMkLst>
        </pc:spChg>
        <pc:picChg chg="add mod ord">
          <ac:chgData name="Cameron Gillingham" userId="7faecfd8-793c-40b9-9376-415710773054" providerId="ADAL" clId="{9E5E0149-12BD-4A67-B84C-096177D8C122}" dt="2026-07-19T07:23:43.360" v="208" actId="26606"/>
          <ac:picMkLst>
            <pc:docMk/>
            <pc:sldMk cId="143674603" sldId="274"/>
            <ac:picMk id="6" creationId="{0ACC2728-9ABB-CBA1-DDD0-5333B3DA0A0A}"/>
          </ac:picMkLst>
        </pc:picChg>
        <pc:picChg chg="add mod">
          <ac:chgData name="Cameron Gillingham" userId="7faecfd8-793c-40b9-9376-415710773054" providerId="ADAL" clId="{9E5E0149-12BD-4A67-B84C-096177D8C122}" dt="2026-07-19T07:33:58.869" v="298" actId="1076"/>
          <ac:picMkLst>
            <pc:docMk/>
            <pc:sldMk cId="143674603" sldId="274"/>
            <ac:picMk id="9" creationId="{A50179F7-2F9B-8D98-A09A-7217794B162E}"/>
          </ac:picMkLst>
        </pc:picChg>
      </pc:sldChg>
      <pc:sldChg chg="addSp delSp modSp mod setBg">
        <pc:chgData name="Cameron Gillingham" userId="7faecfd8-793c-40b9-9376-415710773054" providerId="ADAL" clId="{9E5E0149-12BD-4A67-B84C-096177D8C122}" dt="2026-07-19T07:34:04.373" v="300" actId="1076"/>
        <pc:sldMkLst>
          <pc:docMk/>
          <pc:sldMk cId="3431043399" sldId="275"/>
        </pc:sldMkLst>
        <pc:spChg chg="mod">
          <ac:chgData name="Cameron Gillingham" userId="7faecfd8-793c-40b9-9376-415710773054" providerId="ADAL" clId="{9E5E0149-12BD-4A67-B84C-096177D8C122}" dt="2026-07-19T07:24:53.803" v="211" actId="26606"/>
          <ac:spMkLst>
            <pc:docMk/>
            <pc:sldMk cId="3431043399" sldId="275"/>
            <ac:spMk id="2" creationId="{E01AA213-2641-4856-AB03-5D808F57D593}"/>
          </ac:spMkLst>
        </pc:spChg>
        <pc:spChg chg="add">
          <ac:chgData name="Cameron Gillingham" userId="7faecfd8-793c-40b9-9376-415710773054" providerId="ADAL" clId="{9E5E0149-12BD-4A67-B84C-096177D8C122}" dt="2026-07-19T07:24:53.803" v="211" actId="26606"/>
          <ac:spMkLst>
            <pc:docMk/>
            <pc:sldMk cId="3431043399" sldId="275"/>
            <ac:spMk id="10" creationId="{A4AC5506-6312-4701-8D3C-40187889A947}"/>
          </ac:spMkLst>
        </pc:spChg>
        <pc:picChg chg="add mod">
          <ac:chgData name="Cameron Gillingham" userId="7faecfd8-793c-40b9-9376-415710773054" providerId="ADAL" clId="{9E5E0149-12BD-4A67-B84C-096177D8C122}" dt="2026-07-19T07:24:53.803" v="211" actId="26606"/>
          <ac:picMkLst>
            <pc:docMk/>
            <pc:sldMk cId="3431043399" sldId="275"/>
            <ac:picMk id="5" creationId="{AE10CADA-A728-7E8C-62AE-CC78C6C02843}"/>
          </ac:picMkLst>
        </pc:picChg>
        <pc:picChg chg="add mod">
          <ac:chgData name="Cameron Gillingham" userId="7faecfd8-793c-40b9-9376-415710773054" providerId="ADAL" clId="{9E5E0149-12BD-4A67-B84C-096177D8C122}" dt="2026-07-19T07:34:04.373" v="300" actId="1076"/>
          <ac:picMkLst>
            <pc:docMk/>
            <pc:sldMk cId="3431043399" sldId="275"/>
            <ac:picMk id="7" creationId="{ADC0EB81-3E36-AE2B-5989-82DB0FACDB50}"/>
          </ac:picMkLst>
        </pc:picChg>
      </pc:sldChg>
      <pc:sldChg chg="addSp delSp modSp mod setBg">
        <pc:chgData name="Cameron Gillingham" userId="7faecfd8-793c-40b9-9376-415710773054" providerId="ADAL" clId="{9E5E0149-12BD-4A67-B84C-096177D8C122}" dt="2026-07-22T08:07:00.858" v="902" actId="20577"/>
        <pc:sldMkLst>
          <pc:docMk/>
          <pc:sldMk cId="586702379" sldId="276"/>
        </pc:sldMkLst>
        <pc:spChg chg="mod">
          <ac:chgData name="Cameron Gillingham" userId="7faecfd8-793c-40b9-9376-415710773054" providerId="ADAL" clId="{9E5E0149-12BD-4A67-B84C-096177D8C122}" dt="2026-07-19T07:25:09.469" v="213" actId="26606"/>
          <ac:spMkLst>
            <pc:docMk/>
            <pc:sldMk cId="586702379" sldId="276"/>
            <ac:spMk id="2" creationId="{C136A17F-97C8-AD57-39B0-781D00161E77}"/>
          </ac:spMkLst>
        </pc:spChg>
        <pc:spChg chg="mod">
          <ac:chgData name="Cameron Gillingham" userId="7faecfd8-793c-40b9-9376-415710773054" providerId="ADAL" clId="{9E5E0149-12BD-4A67-B84C-096177D8C122}" dt="2026-07-22T08:07:00.858" v="902" actId="20577"/>
          <ac:spMkLst>
            <pc:docMk/>
            <pc:sldMk cId="586702379" sldId="276"/>
            <ac:spMk id="9" creationId="{DE799EA8-34DA-3F90-7E00-3ADECC03E179}"/>
          </ac:spMkLst>
        </pc:spChg>
        <pc:spChg chg="add">
          <ac:chgData name="Cameron Gillingham" userId="7faecfd8-793c-40b9-9376-415710773054" providerId="ADAL" clId="{9E5E0149-12BD-4A67-B84C-096177D8C122}" dt="2026-07-19T07:25:09.469" v="213" actId="26606"/>
          <ac:spMkLst>
            <pc:docMk/>
            <pc:sldMk cId="586702379" sldId="276"/>
            <ac:spMk id="10" creationId="{A4AC5506-6312-4701-8D3C-40187889A947}"/>
          </ac:spMkLst>
        </pc:spChg>
        <pc:picChg chg="mod">
          <ac:chgData name="Cameron Gillingham" userId="7faecfd8-793c-40b9-9376-415710773054" providerId="ADAL" clId="{9E5E0149-12BD-4A67-B84C-096177D8C122}" dt="2026-07-22T08:06:14.725" v="882" actId="1076"/>
          <ac:picMkLst>
            <pc:docMk/>
            <pc:sldMk cId="586702379" sldId="276"/>
            <ac:picMk id="8" creationId="{04CB2291-312E-926D-8256-043FA65E9B9E}"/>
          </ac:picMkLst>
        </pc:picChg>
      </pc:sldChg>
      <pc:sldChg chg="addSp delSp modSp new mod setBg">
        <pc:chgData name="Cameron Gillingham" userId="7faecfd8-793c-40b9-9376-415710773054" providerId="ADAL" clId="{9E5E0149-12BD-4A67-B84C-096177D8C122}" dt="2026-07-22T23:25:49.144" v="1050" actId="1076"/>
        <pc:sldMkLst>
          <pc:docMk/>
          <pc:sldMk cId="482969735" sldId="277"/>
        </pc:sldMkLst>
        <pc:spChg chg="mod">
          <ac:chgData name="Cameron Gillingham" userId="7faecfd8-793c-40b9-9376-415710773054" providerId="ADAL" clId="{9E5E0149-12BD-4A67-B84C-096177D8C122}" dt="2026-07-19T07:16:18.218" v="70" actId="26606"/>
          <ac:spMkLst>
            <pc:docMk/>
            <pc:sldMk cId="482969735" sldId="277"/>
            <ac:spMk id="2" creationId="{8FB36D63-9BD1-94D4-966F-F2C2E4C8C45E}"/>
          </ac:spMkLst>
        </pc:spChg>
        <pc:spChg chg="add mod">
          <ac:chgData name="Cameron Gillingham" userId="7faecfd8-793c-40b9-9376-415710773054" providerId="ADAL" clId="{9E5E0149-12BD-4A67-B84C-096177D8C122}" dt="2026-07-22T23:25:49.144" v="1050" actId="1076"/>
          <ac:spMkLst>
            <pc:docMk/>
            <pc:sldMk cId="482969735" sldId="277"/>
            <ac:spMk id="3" creationId="{32A00DF0-E406-C1C9-719E-1E18B4920925}"/>
          </ac:spMkLst>
        </pc:spChg>
        <pc:spChg chg="add">
          <ac:chgData name="Cameron Gillingham" userId="7faecfd8-793c-40b9-9376-415710773054" providerId="ADAL" clId="{9E5E0149-12BD-4A67-B84C-096177D8C122}" dt="2026-07-19T07:16:18.218" v="70" actId="26606"/>
          <ac:spMkLst>
            <pc:docMk/>
            <pc:sldMk cId="482969735" sldId="277"/>
            <ac:spMk id="10" creationId="{A4AC5506-6312-4701-8D3C-40187889A947}"/>
          </ac:spMkLst>
        </pc:spChg>
        <pc:picChg chg="add mod">
          <ac:chgData name="Cameron Gillingham" userId="7faecfd8-793c-40b9-9376-415710773054" providerId="ADAL" clId="{9E5E0149-12BD-4A67-B84C-096177D8C122}" dt="2026-07-19T07:16:18.218" v="70" actId="26606"/>
          <ac:picMkLst>
            <pc:docMk/>
            <pc:sldMk cId="482969735" sldId="277"/>
            <ac:picMk id="5" creationId="{9BE14FEE-06DA-E275-0A5A-6DA295BC45C5}"/>
          </ac:picMkLst>
        </pc:picChg>
      </pc:sldChg>
      <pc:sldChg chg="addSp delSp modSp new mod setBg">
        <pc:chgData name="Cameron Gillingham" userId="7faecfd8-793c-40b9-9376-415710773054" providerId="ADAL" clId="{9E5E0149-12BD-4A67-B84C-096177D8C122}" dt="2026-07-22T07:45:31.018" v="644" actId="255"/>
        <pc:sldMkLst>
          <pc:docMk/>
          <pc:sldMk cId="4185407861" sldId="278"/>
        </pc:sldMkLst>
        <pc:spChg chg="mod">
          <ac:chgData name="Cameron Gillingham" userId="7faecfd8-793c-40b9-9376-415710773054" providerId="ADAL" clId="{9E5E0149-12BD-4A67-B84C-096177D8C122}" dt="2026-07-19T07:18:25.078" v="114" actId="26606"/>
          <ac:spMkLst>
            <pc:docMk/>
            <pc:sldMk cId="4185407861" sldId="278"/>
            <ac:spMk id="2" creationId="{E4928A03-CF08-D8D4-422D-37C842A56641}"/>
          </ac:spMkLst>
        </pc:spChg>
        <pc:spChg chg="add mod">
          <ac:chgData name="Cameron Gillingham" userId="7faecfd8-793c-40b9-9376-415710773054" providerId="ADAL" clId="{9E5E0149-12BD-4A67-B84C-096177D8C122}" dt="2026-07-22T07:45:31.018" v="644" actId="255"/>
          <ac:spMkLst>
            <pc:docMk/>
            <pc:sldMk cId="4185407861" sldId="278"/>
            <ac:spMk id="3" creationId="{74DD5110-6958-55F5-C18D-3B6A70650B09}"/>
          </ac:spMkLst>
        </pc:spChg>
        <pc:spChg chg="add">
          <ac:chgData name="Cameron Gillingham" userId="7faecfd8-793c-40b9-9376-415710773054" providerId="ADAL" clId="{9E5E0149-12BD-4A67-B84C-096177D8C122}" dt="2026-07-19T07:18:25.078" v="114" actId="26606"/>
          <ac:spMkLst>
            <pc:docMk/>
            <pc:sldMk cId="4185407861" sldId="278"/>
            <ac:spMk id="10" creationId="{A4AC5506-6312-4701-8D3C-40187889A947}"/>
          </ac:spMkLst>
        </pc:spChg>
        <pc:picChg chg="add mod">
          <ac:chgData name="Cameron Gillingham" userId="7faecfd8-793c-40b9-9376-415710773054" providerId="ADAL" clId="{9E5E0149-12BD-4A67-B84C-096177D8C122}" dt="2026-07-22T07:40:08.050" v="460" actId="14100"/>
          <ac:picMkLst>
            <pc:docMk/>
            <pc:sldMk cId="4185407861" sldId="278"/>
            <ac:picMk id="5" creationId="{F169D4E2-A58F-F518-0D7D-F5F31018AEE1}"/>
          </ac:picMkLst>
        </pc:picChg>
        <pc:picChg chg="add mod">
          <ac:chgData name="Cameron Gillingham" userId="7faecfd8-793c-40b9-9376-415710773054" providerId="ADAL" clId="{9E5E0149-12BD-4A67-B84C-096177D8C122}" dt="2026-07-22T07:40:14.491" v="462" actId="1076"/>
          <ac:picMkLst>
            <pc:docMk/>
            <pc:sldMk cId="4185407861" sldId="278"/>
            <ac:picMk id="7" creationId="{BBAAAAD8-CA2D-E6E6-1B44-5BF4A49941F6}"/>
          </ac:picMkLst>
        </pc:picChg>
      </pc:sldChg>
      <pc:sldChg chg="addSp delSp modSp new mod setBg">
        <pc:chgData name="Cameron Gillingham" userId="7faecfd8-793c-40b9-9376-415710773054" providerId="ADAL" clId="{9E5E0149-12BD-4A67-B84C-096177D8C122}" dt="2026-07-22T07:55:07.484" v="684"/>
        <pc:sldMkLst>
          <pc:docMk/>
          <pc:sldMk cId="739347106" sldId="279"/>
        </pc:sldMkLst>
        <pc:spChg chg="mod">
          <ac:chgData name="Cameron Gillingham" userId="7faecfd8-793c-40b9-9376-415710773054" providerId="ADAL" clId="{9E5E0149-12BD-4A67-B84C-096177D8C122}" dt="2026-07-19T07:20:49.743" v="162" actId="26606"/>
          <ac:spMkLst>
            <pc:docMk/>
            <pc:sldMk cId="739347106" sldId="279"/>
            <ac:spMk id="2" creationId="{DE5DE933-F23D-B6C9-13D8-0CF518AEF00C}"/>
          </ac:spMkLst>
        </pc:spChg>
        <pc:spChg chg="add mod">
          <ac:chgData name="Cameron Gillingham" userId="7faecfd8-793c-40b9-9376-415710773054" providerId="ADAL" clId="{9E5E0149-12BD-4A67-B84C-096177D8C122}" dt="2026-07-22T07:55:07.484" v="684"/>
          <ac:spMkLst>
            <pc:docMk/>
            <pc:sldMk cId="739347106" sldId="279"/>
            <ac:spMk id="3" creationId="{DAFC7AB2-20EA-8C91-0499-23A84E4D00E3}"/>
          </ac:spMkLst>
        </pc:spChg>
        <pc:spChg chg="add">
          <ac:chgData name="Cameron Gillingham" userId="7faecfd8-793c-40b9-9376-415710773054" providerId="ADAL" clId="{9E5E0149-12BD-4A67-B84C-096177D8C122}" dt="2026-07-19T07:20:49.743" v="162" actId="26606"/>
          <ac:spMkLst>
            <pc:docMk/>
            <pc:sldMk cId="739347106" sldId="279"/>
            <ac:spMk id="15" creationId="{A4AC5506-6312-4701-8D3C-40187889A947}"/>
          </ac:spMkLst>
        </pc:spChg>
        <pc:picChg chg="add mod">
          <ac:chgData name="Cameron Gillingham" userId="7faecfd8-793c-40b9-9376-415710773054" providerId="ADAL" clId="{9E5E0149-12BD-4A67-B84C-096177D8C122}" dt="2026-07-22T07:54:56.540" v="682" actId="1076"/>
          <ac:picMkLst>
            <pc:docMk/>
            <pc:sldMk cId="739347106" sldId="279"/>
            <ac:picMk id="7" creationId="{7ECDC3BD-6A5E-7117-561D-7D2E32577EE7}"/>
          </ac:picMkLst>
        </pc:picChg>
      </pc:sldChg>
      <pc:sldChg chg="addSp delSp modSp new mod setBg">
        <pc:chgData name="Cameron Gillingham" userId="7faecfd8-793c-40b9-9376-415710773054" providerId="ADAL" clId="{9E5E0149-12BD-4A67-B84C-096177D8C122}" dt="2026-07-22T07:59:56.357" v="881" actId="1076"/>
        <pc:sldMkLst>
          <pc:docMk/>
          <pc:sldMk cId="1214391941" sldId="280"/>
        </pc:sldMkLst>
        <pc:spChg chg="mod">
          <ac:chgData name="Cameron Gillingham" userId="7faecfd8-793c-40b9-9376-415710773054" providerId="ADAL" clId="{9E5E0149-12BD-4A67-B84C-096177D8C122}" dt="2026-07-19T07:21:11.766" v="194" actId="26606"/>
          <ac:spMkLst>
            <pc:docMk/>
            <pc:sldMk cId="1214391941" sldId="280"/>
            <ac:spMk id="2" creationId="{CD442D41-33F5-1273-F659-DE7336D5D620}"/>
          </ac:spMkLst>
        </pc:spChg>
        <pc:spChg chg="add mod">
          <ac:chgData name="Cameron Gillingham" userId="7faecfd8-793c-40b9-9376-415710773054" providerId="ADAL" clId="{9E5E0149-12BD-4A67-B84C-096177D8C122}" dt="2026-07-22T07:58:26.832" v="786" actId="20577"/>
          <ac:spMkLst>
            <pc:docMk/>
            <pc:sldMk cId="1214391941" sldId="280"/>
            <ac:spMk id="3" creationId="{227EE45A-6593-156A-9B73-7CE6C4171E32}"/>
          </ac:spMkLst>
        </pc:spChg>
        <pc:spChg chg="add mod">
          <ac:chgData name="Cameron Gillingham" userId="7faecfd8-793c-40b9-9376-415710773054" providerId="ADAL" clId="{9E5E0149-12BD-4A67-B84C-096177D8C122}" dt="2026-07-22T07:59:42.816" v="880" actId="20577"/>
          <ac:spMkLst>
            <pc:docMk/>
            <pc:sldMk cId="1214391941" sldId="280"/>
            <ac:spMk id="4" creationId="{6A0B8BD4-95D4-B999-154A-8FC045D1F1D5}"/>
          </ac:spMkLst>
        </pc:spChg>
        <pc:spChg chg="add">
          <ac:chgData name="Cameron Gillingham" userId="7faecfd8-793c-40b9-9376-415710773054" providerId="ADAL" clId="{9E5E0149-12BD-4A67-B84C-096177D8C122}" dt="2026-07-19T07:21:11.766" v="194" actId="26606"/>
          <ac:spMkLst>
            <pc:docMk/>
            <pc:sldMk cId="1214391941" sldId="280"/>
            <ac:spMk id="10" creationId="{A4AC5506-6312-4701-8D3C-40187889A947}"/>
          </ac:spMkLst>
        </pc:spChg>
        <pc:picChg chg="add mod">
          <ac:chgData name="Cameron Gillingham" userId="7faecfd8-793c-40b9-9376-415710773054" providerId="ADAL" clId="{9E5E0149-12BD-4A67-B84C-096177D8C122}" dt="2026-07-22T07:59:56.357" v="881" actId="1076"/>
          <ac:picMkLst>
            <pc:docMk/>
            <pc:sldMk cId="1214391941" sldId="280"/>
            <ac:picMk id="5" creationId="{ED7802EF-5409-988A-1F3C-004EBBFD3301}"/>
          </ac:picMkLst>
        </pc:picChg>
      </pc:sldChg>
      <pc:sldChg chg="addSp delSp modSp new mod">
        <pc:chgData name="Cameron Gillingham" userId="7faecfd8-793c-40b9-9376-415710773054" providerId="ADAL" clId="{9E5E0149-12BD-4A67-B84C-096177D8C122}" dt="2026-07-22T23:02:35.536" v="1044" actId="478"/>
        <pc:sldMkLst>
          <pc:docMk/>
          <pc:sldMk cId="849983319" sldId="281"/>
        </pc:sldMkLst>
        <pc:spChg chg="mod">
          <ac:chgData name="Cameron Gillingham" userId="7faecfd8-793c-40b9-9376-415710773054" providerId="ADAL" clId="{9E5E0149-12BD-4A67-B84C-096177D8C122}" dt="2026-07-19T07:25:22.599" v="244" actId="20577"/>
          <ac:spMkLst>
            <pc:docMk/>
            <pc:sldMk cId="849983319" sldId="281"/>
            <ac:spMk id="2" creationId="{D7BF0976-E8A5-FAD8-8409-C1378E3A3F0C}"/>
          </ac:spMkLst>
        </pc:spChg>
        <pc:spChg chg="mod">
          <ac:chgData name="Cameron Gillingham" userId="7faecfd8-793c-40b9-9376-415710773054" providerId="ADAL" clId="{9E5E0149-12BD-4A67-B84C-096177D8C122}" dt="2026-07-22T08:08:21.882" v="918" actId="20577"/>
          <ac:spMkLst>
            <pc:docMk/>
            <pc:sldMk cId="849983319" sldId="281"/>
            <ac:spMk id="3" creationId="{DF40D359-FF53-7C3B-0932-F0FFB900832E}"/>
          </ac:spMkLst>
        </pc:spChg>
        <pc:spChg chg="add mod">
          <ac:chgData name="Cameron Gillingham" userId="7faecfd8-793c-40b9-9376-415710773054" providerId="ADAL" clId="{9E5E0149-12BD-4A67-B84C-096177D8C122}" dt="2026-07-22T08:12:38.702" v="1042" actId="1076"/>
          <ac:spMkLst>
            <pc:docMk/>
            <pc:sldMk cId="849983319" sldId="281"/>
            <ac:spMk id="4" creationId="{93270C69-7084-2CA3-2B81-BD14D3C7CA77}"/>
          </ac:spMkLst>
        </pc:spChg>
        <pc:spChg chg="add mod">
          <ac:chgData name="Cameron Gillingham" userId="7faecfd8-793c-40b9-9376-415710773054" providerId="ADAL" clId="{9E5E0149-12BD-4A67-B84C-096177D8C122}" dt="2026-07-22T23:02:35.536" v="1044" actId="478"/>
          <ac:spMkLst>
            <pc:docMk/>
            <pc:sldMk cId="849983319" sldId="281"/>
            <ac:spMk id="8" creationId="{11AA8ECA-A37C-203A-4086-41D0B420ACE6}"/>
          </ac:spMkLst>
        </pc:spChg>
        <pc:picChg chg="add del mod ord">
          <ac:chgData name="Cameron Gillingham" userId="7faecfd8-793c-40b9-9376-415710773054" providerId="ADAL" clId="{9E5E0149-12BD-4A67-B84C-096177D8C122}" dt="2026-07-22T23:02:35.536" v="1044" actId="478"/>
          <ac:picMkLst>
            <pc:docMk/>
            <pc:sldMk cId="849983319" sldId="281"/>
            <ac:picMk id="7" creationId="{9BF723AE-6324-2E6F-01F6-455CF07368A0}"/>
          </ac:picMkLst>
        </pc:picChg>
      </pc:sldChg>
    </pc:docChg>
  </pc:docChgLst>
  <pc:docChgLst>
    <pc:chgData name="Cameron Gillingham" userId="7faecfd8-793c-40b9-9376-415710773054" providerId="ADAL" clId="{CAD88AC6-37D1-4254-A1EF-C658F204CD21}"/>
    <pc:docChg chg="undo custSel modSld">
      <pc:chgData name="Cameron Gillingham" userId="7faecfd8-793c-40b9-9376-415710773054" providerId="ADAL" clId="{CAD88AC6-37D1-4254-A1EF-C658F204CD21}" dt="2026-07-22T03:29:01.378" v="824" actId="1076"/>
      <pc:docMkLst>
        <pc:docMk/>
      </pc:docMkLst>
      <pc:sldChg chg="modSp mod">
        <pc:chgData name="Cameron Gillingham" userId="7faecfd8-793c-40b9-9376-415710773054" providerId="ADAL" clId="{CAD88AC6-37D1-4254-A1EF-C658F204CD21}" dt="2026-07-22T03:17:14.433" v="817" actId="1076"/>
        <pc:sldMkLst>
          <pc:docMk/>
          <pc:sldMk cId="1861031868" sldId="264"/>
        </pc:sldMkLst>
        <pc:picChg chg="mod">
          <ac:chgData name="Cameron Gillingham" userId="7faecfd8-793c-40b9-9376-415710773054" providerId="ADAL" clId="{CAD88AC6-37D1-4254-A1EF-C658F204CD21}" dt="2026-07-22T03:17:14.433" v="817" actId="1076"/>
          <ac:picMkLst>
            <pc:docMk/>
            <pc:sldMk cId="1861031868" sldId="264"/>
            <ac:picMk id="7" creationId="{910D8E46-2C87-5B1F-EF23-6BCF59F14058}"/>
          </ac:picMkLst>
        </pc:picChg>
      </pc:sldChg>
      <pc:sldChg chg="addSp modSp mod">
        <pc:chgData name="Cameron Gillingham" userId="7faecfd8-793c-40b9-9376-415710773054" providerId="ADAL" clId="{CAD88AC6-37D1-4254-A1EF-C658F204CD21}" dt="2026-07-22T02:41:06.912" v="456" actId="1076"/>
        <pc:sldMkLst>
          <pc:docMk/>
          <pc:sldMk cId="3098904749" sldId="266"/>
        </pc:sldMkLst>
        <pc:spChg chg="add mod">
          <ac:chgData name="Cameron Gillingham" userId="7faecfd8-793c-40b9-9376-415710773054" providerId="ADAL" clId="{CAD88AC6-37D1-4254-A1EF-C658F204CD21}" dt="2026-07-22T02:40:25.512" v="455" actId="403"/>
          <ac:spMkLst>
            <pc:docMk/>
            <pc:sldMk cId="3098904749" sldId="266"/>
            <ac:spMk id="3" creationId="{C0C2E102-CF9E-9978-7B01-F27EA8752EE7}"/>
          </ac:spMkLst>
        </pc:spChg>
        <pc:picChg chg="mod">
          <ac:chgData name="Cameron Gillingham" userId="7faecfd8-793c-40b9-9376-415710773054" providerId="ADAL" clId="{CAD88AC6-37D1-4254-A1EF-C658F204CD21}" dt="2026-07-22T02:39:17.677" v="419" actId="1076"/>
          <ac:picMkLst>
            <pc:docMk/>
            <pc:sldMk cId="3098904749" sldId="266"/>
            <ac:picMk id="4" creationId="{3AFC8305-0880-64D2-C054-9782C3FBD564}"/>
          </ac:picMkLst>
        </pc:picChg>
        <pc:picChg chg="mod">
          <ac:chgData name="Cameron Gillingham" userId="7faecfd8-793c-40b9-9376-415710773054" providerId="ADAL" clId="{CAD88AC6-37D1-4254-A1EF-C658F204CD21}" dt="2026-07-22T02:41:06.912" v="456" actId="1076"/>
          <ac:picMkLst>
            <pc:docMk/>
            <pc:sldMk cId="3098904749" sldId="266"/>
            <ac:picMk id="7" creationId="{BB1E4506-FEE3-4A61-E5A4-A1DAFEC24FCE}"/>
          </ac:picMkLst>
        </pc:picChg>
      </pc:sldChg>
      <pc:sldChg chg="modSp mod">
        <pc:chgData name="Cameron Gillingham" userId="7faecfd8-793c-40b9-9376-415710773054" providerId="ADAL" clId="{CAD88AC6-37D1-4254-A1EF-C658F204CD21}" dt="2026-07-22T03:29:01.378" v="824" actId="1076"/>
        <pc:sldMkLst>
          <pc:docMk/>
          <pc:sldMk cId="403150484" sldId="268"/>
        </pc:sldMkLst>
        <pc:picChg chg="mod">
          <ac:chgData name="Cameron Gillingham" userId="7faecfd8-793c-40b9-9376-415710773054" providerId="ADAL" clId="{CAD88AC6-37D1-4254-A1EF-C658F204CD21}" dt="2026-07-22T03:28:57.107" v="823" actId="1076"/>
          <ac:picMkLst>
            <pc:docMk/>
            <pc:sldMk cId="403150484" sldId="268"/>
            <ac:picMk id="7" creationId="{47B8C106-397F-4BA1-A524-7815FB565DC3}"/>
          </ac:picMkLst>
        </pc:picChg>
        <pc:picChg chg="mod">
          <ac:chgData name="Cameron Gillingham" userId="7faecfd8-793c-40b9-9376-415710773054" providerId="ADAL" clId="{CAD88AC6-37D1-4254-A1EF-C658F204CD21}" dt="2026-07-22T03:29:01.378" v="824" actId="1076"/>
          <ac:picMkLst>
            <pc:docMk/>
            <pc:sldMk cId="403150484" sldId="268"/>
            <ac:picMk id="9" creationId="{0149AFFE-9662-F51E-D622-85B7CBDC8070}"/>
          </ac:picMkLst>
        </pc:picChg>
      </pc:sldChg>
      <pc:sldChg chg="addSp delSp modSp mod">
        <pc:chgData name="Cameron Gillingham" userId="7faecfd8-793c-40b9-9376-415710773054" providerId="ADAL" clId="{CAD88AC6-37D1-4254-A1EF-C658F204CD21}" dt="2026-07-22T03:11:21.747" v="725" actId="20577"/>
        <pc:sldMkLst>
          <pc:docMk/>
          <pc:sldMk cId="586702379" sldId="276"/>
        </pc:sldMkLst>
        <pc:spChg chg="add del mod">
          <ac:chgData name="Cameron Gillingham" userId="7faecfd8-793c-40b9-9376-415710773054" providerId="ADAL" clId="{CAD88AC6-37D1-4254-A1EF-C658F204CD21}" dt="2026-07-22T02:57:40.231" v="470" actId="478"/>
          <ac:spMkLst>
            <pc:docMk/>
            <pc:sldMk cId="586702379" sldId="276"/>
            <ac:spMk id="3" creationId="{D828EC1A-E589-74BC-79B0-FB549D0088A1}"/>
          </ac:spMkLst>
        </pc:spChg>
        <pc:spChg chg="add del mod">
          <ac:chgData name="Cameron Gillingham" userId="7faecfd8-793c-40b9-9376-415710773054" providerId="ADAL" clId="{CAD88AC6-37D1-4254-A1EF-C658F204CD21}" dt="2026-07-22T03:00:43.496" v="537" actId="478"/>
          <ac:spMkLst>
            <pc:docMk/>
            <pc:sldMk cId="586702379" sldId="276"/>
            <ac:spMk id="4" creationId="{112F3C68-4E48-7360-8CFF-0953692A5722}"/>
          </ac:spMkLst>
        </pc:spChg>
        <pc:spChg chg="add del mod">
          <ac:chgData name="Cameron Gillingham" userId="7faecfd8-793c-40b9-9376-415710773054" providerId="ADAL" clId="{CAD88AC6-37D1-4254-A1EF-C658F204CD21}" dt="2026-07-22T03:03:32.952" v="558" actId="478"/>
          <ac:spMkLst>
            <pc:docMk/>
            <pc:sldMk cId="586702379" sldId="276"/>
            <ac:spMk id="6" creationId="{523772B2-0CC1-79EF-2040-6DB54C0E5F9F}"/>
          </ac:spMkLst>
        </pc:spChg>
        <pc:spChg chg="add mod">
          <ac:chgData name="Cameron Gillingham" userId="7faecfd8-793c-40b9-9376-415710773054" providerId="ADAL" clId="{CAD88AC6-37D1-4254-A1EF-C658F204CD21}" dt="2026-07-22T03:11:21.747" v="725" actId="20577"/>
          <ac:spMkLst>
            <pc:docMk/>
            <pc:sldMk cId="586702379" sldId="276"/>
            <ac:spMk id="9" creationId="{DE799EA8-34DA-3F90-7E00-3ADECC03E179}"/>
          </ac:spMkLst>
        </pc:spChg>
        <pc:spChg chg="add del mod">
          <ac:chgData name="Cameron Gillingham" userId="7faecfd8-793c-40b9-9376-415710773054" providerId="ADAL" clId="{CAD88AC6-37D1-4254-A1EF-C658F204CD21}" dt="2026-07-22T03:08:47.105" v="623" actId="478"/>
          <ac:spMkLst>
            <pc:docMk/>
            <pc:sldMk cId="586702379" sldId="276"/>
            <ac:spMk id="12" creationId="{9D38938D-2315-16C5-84A3-E5F08C435735}"/>
          </ac:spMkLst>
        </pc:spChg>
        <pc:spChg chg="add del mod">
          <ac:chgData name="Cameron Gillingham" userId="7faecfd8-793c-40b9-9376-415710773054" providerId="ADAL" clId="{CAD88AC6-37D1-4254-A1EF-C658F204CD21}" dt="2026-07-22T03:11:04.745" v="697" actId="478"/>
          <ac:spMkLst>
            <pc:docMk/>
            <pc:sldMk cId="586702379" sldId="276"/>
            <ac:spMk id="14" creationId="{28054156-D965-54A9-7BBC-996F32B0F73A}"/>
          </ac:spMkLst>
        </pc:spChg>
        <pc:picChg chg="add del mod">
          <ac:chgData name="Cameron Gillingham" userId="7faecfd8-793c-40b9-9376-415710773054" providerId="ADAL" clId="{CAD88AC6-37D1-4254-A1EF-C658F204CD21}" dt="2026-07-22T03:10:55.912" v="696" actId="478"/>
          <ac:picMkLst>
            <pc:docMk/>
            <pc:sldMk cId="586702379" sldId="276"/>
            <ac:picMk id="5" creationId="{A071BFDB-57F1-D6BC-908A-443C2564E575}"/>
          </ac:picMkLst>
        </pc:picChg>
        <pc:picChg chg="add mod">
          <ac:chgData name="Cameron Gillingham" userId="7faecfd8-793c-40b9-9376-415710773054" providerId="ADAL" clId="{CAD88AC6-37D1-4254-A1EF-C658F204CD21}" dt="2026-07-22T03:08:37.600" v="605" actId="1076"/>
          <ac:picMkLst>
            <pc:docMk/>
            <pc:sldMk cId="586702379" sldId="276"/>
            <ac:picMk id="8" creationId="{04CB2291-312E-926D-8256-043FA65E9B9E}"/>
          </ac:picMkLst>
        </pc:picChg>
      </pc:sldChg>
      <pc:sldChg chg="modSp mod">
        <pc:chgData name="Cameron Gillingham" userId="7faecfd8-793c-40b9-9376-415710773054" providerId="ADAL" clId="{CAD88AC6-37D1-4254-A1EF-C658F204CD21}" dt="2026-07-22T03:17:03.032" v="812" actId="1076"/>
        <pc:sldMkLst>
          <pc:docMk/>
          <pc:sldMk cId="482969735" sldId="277"/>
        </pc:sldMkLst>
        <pc:picChg chg="mod">
          <ac:chgData name="Cameron Gillingham" userId="7faecfd8-793c-40b9-9376-415710773054" providerId="ADAL" clId="{CAD88AC6-37D1-4254-A1EF-C658F204CD21}" dt="2026-07-22T03:17:03.032" v="812" actId="1076"/>
          <ac:picMkLst>
            <pc:docMk/>
            <pc:sldMk cId="482969735" sldId="277"/>
            <ac:picMk id="5" creationId="{9BE14FEE-06DA-E275-0A5A-6DA295BC45C5}"/>
          </ac:picMkLst>
        </pc:picChg>
      </pc:sldChg>
      <pc:sldChg chg="modSp mod">
        <pc:chgData name="Cameron Gillingham" userId="7faecfd8-793c-40b9-9376-415710773054" providerId="ADAL" clId="{CAD88AC6-37D1-4254-A1EF-C658F204CD21}" dt="2026-07-22T03:21:08.557" v="819" actId="1076"/>
        <pc:sldMkLst>
          <pc:docMk/>
          <pc:sldMk cId="4185407861" sldId="278"/>
        </pc:sldMkLst>
        <pc:picChg chg="mod">
          <ac:chgData name="Cameron Gillingham" userId="7faecfd8-793c-40b9-9376-415710773054" providerId="ADAL" clId="{CAD88AC6-37D1-4254-A1EF-C658F204CD21}" dt="2026-07-22T03:21:08.557" v="819" actId="1076"/>
          <ac:picMkLst>
            <pc:docMk/>
            <pc:sldMk cId="4185407861" sldId="278"/>
            <ac:picMk id="5" creationId="{F169D4E2-A58F-F518-0D7D-F5F31018AEE1}"/>
          </ac:picMkLst>
        </pc:picChg>
      </pc:sldChg>
      <pc:sldChg chg="modSp mod">
        <pc:chgData name="Cameron Gillingham" userId="7faecfd8-793c-40b9-9376-415710773054" providerId="ADAL" clId="{CAD88AC6-37D1-4254-A1EF-C658F204CD21}" dt="2026-07-22T03:02:06.120" v="542" actId="1076"/>
        <pc:sldMkLst>
          <pc:docMk/>
          <pc:sldMk cId="739347106" sldId="279"/>
        </pc:sldMkLst>
        <pc:picChg chg="mod">
          <ac:chgData name="Cameron Gillingham" userId="7faecfd8-793c-40b9-9376-415710773054" providerId="ADAL" clId="{CAD88AC6-37D1-4254-A1EF-C658F204CD21}" dt="2026-07-22T03:02:06.120" v="542" actId="1076"/>
          <ac:picMkLst>
            <pc:docMk/>
            <pc:sldMk cId="739347106" sldId="279"/>
            <ac:picMk id="7" creationId="{7ECDC3BD-6A5E-7117-561D-7D2E32577EE7}"/>
          </ac:picMkLst>
        </pc:picChg>
      </pc:sldChg>
      <pc:sldChg chg="modSp mod">
        <pc:chgData name="Cameron Gillingham" userId="7faecfd8-793c-40b9-9376-415710773054" providerId="ADAL" clId="{CAD88AC6-37D1-4254-A1EF-C658F204CD21}" dt="2026-07-22T03:02:02.425" v="540" actId="1076"/>
        <pc:sldMkLst>
          <pc:docMk/>
          <pc:sldMk cId="1214391941" sldId="280"/>
        </pc:sldMkLst>
        <pc:picChg chg="mod">
          <ac:chgData name="Cameron Gillingham" userId="7faecfd8-793c-40b9-9376-415710773054" providerId="ADAL" clId="{CAD88AC6-37D1-4254-A1EF-C658F204CD21}" dt="2026-07-22T03:02:02.425" v="540" actId="1076"/>
          <ac:picMkLst>
            <pc:docMk/>
            <pc:sldMk cId="1214391941" sldId="280"/>
            <ac:picMk id="5" creationId="{ED7802EF-5409-988A-1F3C-004EBBFD3301}"/>
          </ac:picMkLst>
        </pc:picChg>
      </pc:sldChg>
      <pc:sldChg chg="addSp delSp modSp mod">
        <pc:chgData name="Cameron Gillingham" userId="7faecfd8-793c-40b9-9376-415710773054" providerId="ADAL" clId="{CAD88AC6-37D1-4254-A1EF-C658F204CD21}" dt="2026-07-22T03:16:07.543" v="810" actId="1076"/>
        <pc:sldMkLst>
          <pc:docMk/>
          <pc:sldMk cId="849983319" sldId="281"/>
        </pc:sldMkLst>
        <pc:spChg chg="add mod">
          <ac:chgData name="Cameron Gillingham" userId="7faecfd8-793c-40b9-9376-415710773054" providerId="ADAL" clId="{CAD88AC6-37D1-4254-A1EF-C658F204CD21}" dt="2026-07-22T03:14:16.683" v="735" actId="20577"/>
          <ac:spMkLst>
            <pc:docMk/>
            <pc:sldMk cId="849983319" sldId="281"/>
            <ac:spMk id="3" creationId="{DF40D359-FF53-7C3B-0932-F0FFB900832E}"/>
          </ac:spMkLst>
        </pc:spChg>
        <pc:spChg chg="add mod">
          <ac:chgData name="Cameron Gillingham" userId="7faecfd8-793c-40b9-9376-415710773054" providerId="ADAL" clId="{CAD88AC6-37D1-4254-A1EF-C658F204CD21}" dt="2026-07-22T03:14:45.614" v="801" actId="20577"/>
          <ac:spMkLst>
            <pc:docMk/>
            <pc:sldMk cId="849983319" sldId="281"/>
            <ac:spMk id="10" creationId="{944A0858-41D6-91DA-10DF-8C675278469D}"/>
          </ac:spMkLst>
        </pc:spChg>
        <pc:picChg chg="del mod">
          <ac:chgData name="Cameron Gillingham" userId="7faecfd8-793c-40b9-9376-415710773054" providerId="ADAL" clId="{CAD88AC6-37D1-4254-A1EF-C658F204CD21}" dt="2026-07-22T03:10:07.863" v="624" actId="478"/>
          <ac:picMkLst>
            <pc:docMk/>
            <pc:sldMk cId="849983319" sldId="281"/>
            <ac:picMk id="5" creationId="{8303D5E6-2167-B242-B694-65575FA3504E}"/>
          </ac:picMkLst>
        </pc:picChg>
        <pc:picChg chg="add del mod">
          <ac:chgData name="Cameron Gillingham" userId="7faecfd8-793c-40b9-9376-415710773054" providerId="ADAL" clId="{CAD88AC6-37D1-4254-A1EF-C658F204CD21}" dt="2026-07-22T03:13:53.733" v="729" actId="478"/>
          <ac:picMkLst>
            <pc:docMk/>
            <pc:sldMk cId="849983319" sldId="281"/>
            <ac:picMk id="6" creationId="{02D1BC31-C137-EA84-D73E-E1E9A7ABD86B}"/>
          </ac:picMkLst>
        </pc:picChg>
        <pc:picChg chg="mod">
          <ac:chgData name="Cameron Gillingham" userId="7faecfd8-793c-40b9-9376-415710773054" providerId="ADAL" clId="{CAD88AC6-37D1-4254-A1EF-C658F204CD21}" dt="2026-07-22T03:14:06.405" v="730" actId="1076"/>
          <ac:picMkLst>
            <pc:docMk/>
            <pc:sldMk cId="849983319" sldId="281"/>
            <ac:picMk id="7" creationId="{9BF723AE-6324-2E6F-01F6-455CF07368A0}"/>
          </ac:picMkLst>
        </pc:picChg>
        <pc:picChg chg="add mod">
          <ac:chgData name="Cameron Gillingham" userId="7faecfd8-793c-40b9-9376-415710773054" providerId="ADAL" clId="{CAD88AC6-37D1-4254-A1EF-C658F204CD21}" dt="2026-07-22T03:14:11.844" v="732" actId="1076"/>
          <ac:picMkLst>
            <pc:docMk/>
            <pc:sldMk cId="849983319" sldId="281"/>
            <ac:picMk id="9" creationId="{726A40A4-278F-B610-CC3E-DDB36B205F80}"/>
          </ac:picMkLst>
        </pc:picChg>
        <pc:picChg chg="add mod">
          <ac:chgData name="Cameron Gillingham" userId="7faecfd8-793c-40b9-9376-415710773054" providerId="ADAL" clId="{CAD88AC6-37D1-4254-A1EF-C658F204CD21}" dt="2026-07-22T03:15:22.174" v="803" actId="1076"/>
          <ac:picMkLst>
            <pc:docMk/>
            <pc:sldMk cId="849983319" sldId="281"/>
            <ac:picMk id="12" creationId="{242F0145-16AD-90EA-63CD-BDDFCBDABF19}"/>
          </ac:picMkLst>
        </pc:picChg>
        <pc:picChg chg="add mod">
          <ac:chgData name="Cameron Gillingham" userId="7faecfd8-793c-40b9-9376-415710773054" providerId="ADAL" clId="{CAD88AC6-37D1-4254-A1EF-C658F204CD21}" dt="2026-07-22T03:15:41.167" v="805" actId="1076"/>
          <ac:picMkLst>
            <pc:docMk/>
            <pc:sldMk cId="849983319" sldId="281"/>
            <ac:picMk id="14" creationId="{794AACF9-FEF1-256B-7D45-C89518426AFE}"/>
          </ac:picMkLst>
        </pc:picChg>
        <pc:picChg chg="add mod">
          <ac:chgData name="Cameron Gillingham" userId="7faecfd8-793c-40b9-9376-415710773054" providerId="ADAL" clId="{CAD88AC6-37D1-4254-A1EF-C658F204CD21}" dt="2026-07-22T03:16:05.846" v="809" actId="1076"/>
          <ac:picMkLst>
            <pc:docMk/>
            <pc:sldMk cId="849983319" sldId="281"/>
            <ac:picMk id="16" creationId="{9BFEED84-9D58-C6BE-CFD7-7C8CED9FBBDF}"/>
          </ac:picMkLst>
        </pc:picChg>
        <pc:picChg chg="add mod">
          <ac:chgData name="Cameron Gillingham" userId="7faecfd8-793c-40b9-9376-415710773054" providerId="ADAL" clId="{CAD88AC6-37D1-4254-A1EF-C658F204CD21}" dt="2026-07-22T03:16:07.543" v="810" actId="1076"/>
          <ac:picMkLst>
            <pc:docMk/>
            <pc:sldMk cId="849983319" sldId="281"/>
            <ac:picMk id="18" creationId="{CB80974C-71E1-AE04-6CCF-1B218755570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3571D-19F7-8007-3FCF-DD612AA655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9616EA-F6BC-DEB1-84B7-6826FCDBB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62DA0-5ADD-434D-B198-30C23CF5D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4329E-528B-49FF-8C75-41EA485D4F99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68A3C-EFF0-A29C-D190-AAA0BC239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40B55-3B34-9159-2CFF-21E8E023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EF7C3-6835-4495-A295-FB3DE63FD5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2295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939C5-3E72-DD02-3B01-9440D2DA4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4115F-7E34-EA0B-17FE-5CC237D39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120E1-D71C-60ED-9A45-E25CA3B4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4329E-528B-49FF-8C75-41EA485D4F99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7D3CE-86EC-F223-7734-AEF8D0466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C9F24-BDD1-4B64-619C-09F37ABCB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EF7C3-6835-4495-A295-FB3DE63FD5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7889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42990-F69F-FEAE-3796-7FE852C9D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049AD-342C-8061-9EF8-8BD0D08E8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2F757-114D-1D83-F24B-EE9A5E85C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4329E-528B-49FF-8C75-41EA485D4F99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EEE86-DA5F-3C83-A0CC-54ADB9893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4A0B0-8294-2533-25A2-964BE72AF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EF7C3-6835-4495-A295-FB3DE63FD5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7462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57569-AABB-74DA-0DF2-5DE77C5A4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09392-DD33-E978-7B87-78E5DB5288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4A9694-8D1C-B2ED-62DA-071318E20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9CD66-503B-B87A-CC8A-17D0ED545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4329E-528B-49FF-8C75-41EA485D4F99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5D551-CFBD-DB8B-137D-07A8A9B7D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602F7-AF59-AC5B-267B-1BA5E3B70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EF7C3-6835-4495-A295-FB3DE63FD5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9483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F5095-051D-562D-BE2E-176B21253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B96D0C-E0F9-44BC-3E5D-E2AC47B71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CD403E-DC43-611C-3942-6A847F56B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1189C0-9C71-91AE-6EA1-AC7C0C1118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ADA381-AFAB-5CD5-68CA-CBDAF1706E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B189DE-13BB-B7DD-F401-576C91F4F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4329E-528B-49FF-8C75-41EA485D4F99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44AA8C-FA64-5E64-25AE-87A62581E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E1BF3E-DF14-AB06-583A-841DE33C8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EF7C3-6835-4495-A295-FB3DE63FD5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2421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00E2-CD11-720B-9637-79E8FCBDA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B3F36-C322-31F5-4BF5-0DB8C499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4329E-528B-49FF-8C75-41EA485D4F99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DA9F62-C7AB-C53F-CEC4-5AF43CB5B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F47E4-49E1-F9FD-90C5-F5B1ACE66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EF7C3-6835-4495-A295-FB3DE63FD5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474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E8501B-9B50-60EB-7855-68E900DEE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4329E-528B-49FF-8C75-41EA485D4F99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B93F1F-43B7-0660-BE5C-2AD39CCC5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B221B-860E-74DC-6FFC-48BA6217A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EF7C3-6835-4495-A295-FB3DE63FD5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2572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9E96A-DC43-E87E-D650-CF09F8A27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C1F5A-FE60-81D3-968A-7596DAA09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A8488-B92C-6906-0C4B-87AF74EE0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1AE47-7716-24F4-A392-BEF30EAC5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4329E-528B-49FF-8C75-41EA485D4F99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B910B6-230F-D9BC-7846-C91B27FB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906FB9-5990-FEFA-463D-E8C57D0A0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EF7C3-6835-4495-A295-FB3DE63FD5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4516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55342-7C5B-A7F0-EEEB-C20C6E70A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4FA6AA-8F7F-1182-4DCF-C32173C917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DA2FA7-63F7-9E14-6E9F-98D0596F7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0A5B1E-BA77-3E87-9B58-B537C2789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4329E-528B-49FF-8C75-41EA485D4F99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884EA-7BDA-9072-5AD9-8AE4B2BD5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2D69F-8842-0D26-F819-A16464B7D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EF7C3-6835-4495-A295-FB3DE63FD5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3663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C97C0-C4E6-E7C4-FFFB-38C75F083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FA8594-54D0-D3B1-DD02-3EBE7BC44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8CC79-FCFC-7D78-8E3A-D9C58E7BB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4329E-528B-49FF-8C75-41EA485D4F99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89054-563E-E048-577F-2911D8D1B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4EE21-40D8-D411-982D-8AD7B8422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EF7C3-6835-4495-A295-FB3DE63FD5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3934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8AC8D9-A227-313D-A962-97FF8935F2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F43F4-A167-6168-A2A1-C8F48C701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D730D-22E8-33F0-800E-6DCB2C4D9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4329E-528B-49FF-8C75-41EA485D4F99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7A779-C871-50D2-918B-8EAF74592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03311-A9AA-CE32-156F-DB88D3233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EF7C3-6835-4495-A295-FB3DE63FD5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3672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AADEA5-2DF5-1294-832F-AA0834787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88E56-7502-82A7-D831-0D9DD0AA6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53B00-534F-A333-7B12-4994D06AD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C4329E-528B-49FF-8C75-41EA485D4F99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DDBA7-B0BB-2C28-B1DE-7128B3B7BC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10F99-3369-2AAF-5323-19769F5E9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CEF7C3-6835-4495-A295-FB3DE63FD5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6679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55972-7B11-6683-3602-EABCD2315C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/>
              <a:t>Thermodynamics Tutorial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C66ECD-A1AD-FE8F-4B47-A303FC522A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/>
              <a:t>Professor: Jay Wang</a:t>
            </a:r>
          </a:p>
          <a:p>
            <a:r>
              <a:rPr lang="en-CA"/>
              <a:t>Teaching Assistants: Cameron Gillingham &amp; Mahir </a:t>
            </a:r>
            <a:r>
              <a:rPr lang="en-CA" err="1"/>
              <a:t>Ashef</a:t>
            </a:r>
            <a:r>
              <a:rPr lang="en-CA"/>
              <a:t> Hridoy,</a:t>
            </a:r>
          </a:p>
        </p:txBody>
      </p:sp>
    </p:spTree>
    <p:extLst>
      <p:ext uri="{BB962C8B-B14F-4D97-AF65-F5344CB8AC3E}">
        <p14:creationId xmlns:p14="http://schemas.microsoft.com/office/powerpoint/2010/main" val="208931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293B4-DF3E-4FC4-00DB-28937B637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A72EB-09E1-5FB2-658B-D20809B78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CA" sz="3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2DF989-251D-C06E-1A9D-D39E63970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8936"/>
            <a:ext cx="12715463" cy="173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165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79D43E-EEC1-919B-4C5B-1F98AC9B3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 1 Solution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6E5EFC8-D148-291C-79D2-9F5155B90D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1322" y="1675227"/>
            <a:ext cx="9349355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571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EC8435-1258-C1D3-5B66-FB19D4CF9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 2: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1544B08-8A15-58B3-5C04-ADA5D9D150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3095342"/>
            <a:ext cx="10905066" cy="15539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9C415C-430F-D45A-C8AC-BA62EB8F4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521" y="3013928"/>
            <a:ext cx="1447811" cy="61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072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C53407-8704-E752-1C21-D092E7966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 2 Solution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8FCCA74-04EB-887E-E253-2FF8938A6C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7263" y="1675227"/>
            <a:ext cx="7917473" cy="43941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2685B3-5832-7F87-17F6-B7BDA604B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816" y="1557921"/>
            <a:ext cx="1291375" cy="552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544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D0DF2A-0248-1B3A-75BB-34D1ABD6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 3: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44A6C88-92CC-5B56-2BAA-F272A02AB7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849977"/>
            <a:ext cx="10905066" cy="20446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346445-CA48-919B-4C3A-6CA5BAEEF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093" y="2849977"/>
            <a:ext cx="1033279" cy="44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892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3E9432-542A-5A15-EDAA-7A5C395B4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 3 Solution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6BEDB6-BB42-FA4E-CD90-9BC34EEBD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251" y="1473515"/>
            <a:ext cx="1447811" cy="61913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5EB9C59D-659A-E840-75CE-8AC91B000B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7353" y="3164930"/>
                <a:ext cx="9936707" cy="3693070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CA" dirty="0"/>
                  <a:t>Assumptions and Initial Values</a:t>
                </a:r>
              </a:p>
              <a:p>
                <a:r>
                  <a:rPr lang="en-CA" dirty="0"/>
                  <a:t>m=5 kg </a:t>
                </a:r>
              </a:p>
              <a:p>
                <a:r>
                  <a:rPr lang="en-CA" dirty="0"/>
                  <a:t>The system is assumed to be closed. Heat can cross the system boundary, but mass cannot enter or leave.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/>
                        </m:ctrlPr>
                      </m:sSubPr>
                      <m:e>
                        <m:r>
                          <a:rPr lang="en-CA" i="1"/>
                          <m:t>𝑇</m:t>
                        </m:r>
                      </m:e>
                      <m:sub>
                        <m:r>
                          <a:rPr lang="en-CA"/>
                          <m:t>1</m:t>
                        </m:r>
                      </m:sub>
                    </m:sSub>
                    <m:r>
                      <a:rPr lang="en-CA"/>
                      <m:t>=</m:t>
                    </m:r>
                    <m:sSup>
                      <m:sSupPr>
                        <m:ctrlPr>
                          <a:rPr lang="en-CA" i="1"/>
                        </m:ctrlPr>
                      </m:sSupPr>
                      <m:e>
                        <m:r>
                          <a:rPr lang="en-CA"/>
                          <m:t>50</m:t>
                        </m:r>
                      </m:e>
                      <m:sup>
                        <m:r>
                          <a:rPr lang="en-CA"/>
                          <m:t>∘</m:t>
                        </m:r>
                      </m:sup>
                    </m:sSup>
                    <m:r>
                      <m:rPr>
                        <m:nor/>
                      </m:rPr>
                      <a:rPr lang="en-CA" i="1"/>
                      <m:t>C</m:t>
                    </m:r>
                  </m:oMath>
                </a14:m>
                <a:endParaRPr lang="en-CA" b="0" dirty="0"/>
              </a:p>
              <a:p>
                <a:r>
                  <a:rPr lang="en-CA" dirty="0"/>
                  <a:t>This is the initial temperature of the system.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/>
                        </m:ctrlPr>
                      </m:sSubPr>
                      <m:e>
                        <m:r>
                          <a:rPr lang="en-CA" i="1"/>
                          <m:t>𝑇</m:t>
                        </m:r>
                      </m:e>
                      <m:sub>
                        <m:r>
                          <a:rPr lang="en-CA"/>
                          <m:t>2</m:t>
                        </m:r>
                      </m:sub>
                    </m:sSub>
                    <m:r>
                      <a:rPr lang="en-CA"/>
                      <m:t>=</m:t>
                    </m:r>
                    <m:sSup>
                      <m:sSupPr>
                        <m:ctrlPr>
                          <a:rPr lang="en-CA" i="1"/>
                        </m:ctrlPr>
                      </m:sSupPr>
                      <m:e>
                        <m:r>
                          <a:rPr lang="en-CA"/>
                          <m:t>150</m:t>
                        </m:r>
                      </m:e>
                      <m:sup>
                        <m:r>
                          <a:rPr lang="en-CA"/>
                          <m:t>∘</m:t>
                        </m:r>
                      </m:sup>
                    </m:sSup>
                    <m:r>
                      <m:rPr>
                        <m:nor/>
                      </m:rPr>
                      <a:rPr lang="en-CA" i="1"/>
                      <m:t>C</m:t>
                    </m:r>
                  </m:oMath>
                </a14:m>
                <a:endParaRPr lang="en-CA" b="0" dirty="0"/>
              </a:p>
              <a:p>
                <a:r>
                  <a:rPr lang="en-CA" dirty="0"/>
                  <a:t>This is the final temperature after heat has been added.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/>
                        </m:ctrlPr>
                      </m:sSubPr>
                      <m:e>
                        <m:r>
                          <a:rPr lang="en-CA" i="1"/>
                          <m:t>𝑐</m:t>
                        </m:r>
                      </m:e>
                      <m:sub>
                        <m:r>
                          <a:rPr lang="en-CA" i="1"/>
                          <m:t>𝑝</m:t>
                        </m:r>
                      </m:sub>
                    </m:sSub>
                    <m:r>
                      <a:rPr lang="en-CA"/>
                      <m:t>=</m:t>
                    </m:r>
                    <m:r>
                      <a:rPr lang="en-CA"/>
                      <m:t>6000</m:t>
                    </m:r>
                    <m:r>
                      <m:rPr>
                        <m:nor/>
                      </m:rPr>
                      <a:rPr lang="en-CA" i="1"/>
                      <m:t> </m:t>
                    </m:r>
                    <m:r>
                      <m:rPr>
                        <m:nor/>
                      </m:rPr>
                      <a:rPr lang="en-CA" i="1"/>
                      <m:t>J</m:t>
                    </m:r>
                    <m:r>
                      <m:rPr>
                        <m:nor/>
                      </m:rPr>
                      <a:rPr lang="en-CA" i="1"/>
                      <m:t>/(</m:t>
                    </m:r>
                    <m:r>
                      <m:rPr>
                        <m:nor/>
                      </m:rPr>
                      <a:rPr lang="en-CA" i="1"/>
                      <m:t>kg</m:t>
                    </m:r>
                    <m:sSup>
                      <m:sSupPr>
                        <m:ctrlPr>
                          <a:rPr lang="en-CA" i="1"/>
                        </m:ctrlPr>
                      </m:sSupPr>
                      <m:e>
                        <m:r>
                          <a:rPr lang="en-CA"/>
                          <m:t>⋅</m:t>
                        </m:r>
                      </m:e>
                      <m:sup>
                        <m:r>
                          <a:rPr lang="en-CA"/>
                          <m:t>∘</m:t>
                        </m:r>
                      </m:sup>
                    </m:sSup>
                    <m:r>
                      <m:rPr>
                        <m:nor/>
                      </m:rPr>
                      <a:rPr lang="en-CA" i="1"/>
                      <m:t>C</m:t>
                    </m:r>
                    <m:r>
                      <m:rPr>
                        <m:nor/>
                      </m:rPr>
                      <a:rPr lang="en-CA" i="1"/>
                      <m:t>)</m:t>
                    </m:r>
                  </m:oMath>
                </a14:m>
                <a:endParaRPr lang="en-CA" b="0" dirty="0"/>
              </a:p>
              <a:p>
                <a:r>
                  <a:rPr lang="en-CA" dirty="0"/>
                  <a:t>The specific heat capacity is assumed to remain constant. This value represents the amount of energy required to raise the temperature of </a:t>
                </a:r>
                <a14:m>
                  <m:oMath xmlns:m="http://schemas.openxmlformats.org/officeDocument/2006/math">
                    <m:r>
                      <a:rPr lang="en-CA"/>
                      <m:t>1</m:t>
                    </m:r>
                    <m:r>
                      <m:rPr>
                        <m:nor/>
                      </m:rPr>
                      <a:rPr lang="en-CA" i="1"/>
                      <m:t> </m:t>
                    </m:r>
                    <m:r>
                      <m:rPr>
                        <m:nor/>
                      </m:rPr>
                      <a:rPr lang="en-CA" i="1"/>
                      <m:t>kg</m:t>
                    </m:r>
                  </m:oMath>
                </a14:m>
                <a:r>
                  <a:rPr lang="en-CA" dirty="0"/>
                  <a:t>of the material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/>
                        </m:ctrlPr>
                      </m:sSupPr>
                      <m:e>
                        <m:r>
                          <a:rPr lang="en-CA"/>
                          <m:t>1</m:t>
                        </m:r>
                      </m:e>
                      <m:sup>
                        <m:r>
                          <a:rPr lang="en-CA"/>
                          <m:t>∘</m:t>
                        </m:r>
                      </m:sup>
                    </m:sSup>
                    <m:r>
                      <m:rPr>
                        <m:nor/>
                      </m:rPr>
                      <a:rPr lang="en-CA" i="1"/>
                      <m:t>C</m:t>
                    </m:r>
                  </m:oMath>
                </a14:m>
                <a:r>
                  <a:rPr lang="en-CA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CA" i="1"/>
                      <m:t>𝑡</m:t>
                    </m:r>
                    <m:r>
                      <a:rPr lang="en-CA"/>
                      <m:t>=</m:t>
                    </m:r>
                    <m:r>
                      <a:rPr lang="en-CA"/>
                      <m:t>10</m:t>
                    </m:r>
                    <m:r>
                      <m:rPr>
                        <m:nor/>
                      </m:rPr>
                      <a:rPr lang="en-CA" i="1"/>
                      <m:t> </m:t>
                    </m:r>
                    <m:r>
                      <m:rPr>
                        <m:nor/>
                      </m:rPr>
                      <a:rPr lang="en-CA" i="1"/>
                      <m:t>s</m:t>
                    </m:r>
                  </m:oMath>
                </a14:m>
                <a:endParaRPr lang="en-CA" b="0" dirty="0"/>
              </a:p>
              <a:p>
                <a:r>
                  <a:rPr lang="en-CA" dirty="0"/>
                  <a:t>This is the time taken for the temperature increase.</a:t>
                </a:r>
              </a:p>
              <a:p>
                <a:endParaRPr lang="en-CA" dirty="0"/>
              </a:p>
            </p:txBody>
          </p:sp>
        </mc:Choice>
        <mc:Fallback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5EB9C59D-659A-E840-75CE-8AC91B000B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7353" y="3164930"/>
                <a:ext cx="9936707" cy="3693070"/>
              </a:xfrm>
              <a:blipFill>
                <a:blip r:embed="rId3"/>
                <a:stretch>
                  <a:fillRect l="-245" t="-165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12B04D58-07A5-523F-73B7-E89C76D48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5251" y="1396588"/>
            <a:ext cx="6116486" cy="170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031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B36D63-9BD1-94D4-966F-F2C2E4C8C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 3 Part b solution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E14FEE-06DA-E275-0A5A-6DA295BC45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68622" y="1972068"/>
            <a:ext cx="13129243" cy="42341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2A00DF0-E406-C1C9-719E-1E18B4920925}"/>
                  </a:ext>
                </a:extLst>
              </p:cNvPr>
              <p:cNvSpPr txBox="1"/>
              <p:nvPr/>
            </p:nvSpPr>
            <p:spPr>
              <a:xfrm>
                <a:off x="4564038" y="2306471"/>
                <a:ext cx="3063922" cy="556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sz="28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2A00DF0-E406-C1C9-719E-1E18B4920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038" y="2306471"/>
                <a:ext cx="3063922" cy="5564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2969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835E08-1B45-C9E3-43D1-22566CDDA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 4: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3AB9DAF-D6C2-C408-5AD2-F39DB65D7C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3108972"/>
            <a:ext cx="10905066" cy="15267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8360A9-46C1-0499-7A7A-215B4C366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42063"/>
            <a:ext cx="1447811" cy="61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662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5392B3-664E-4AE8-2D2E-FC416389A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 4 Solution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FC8305-0880-64D2-C054-9782C3FBD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98" y="1901952"/>
            <a:ext cx="7242744" cy="38748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1E4506-FEE3-4A61-E5A4-A1DAFEC24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21726" y="1707038"/>
            <a:ext cx="1447811" cy="61913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C2E102-CF9E-9978-7B01-F27EA8752EE7}"/>
                  </a:ext>
                </a:extLst>
              </p:cNvPr>
              <p:cNvSpPr txBox="1"/>
              <p:nvPr/>
            </p:nvSpPr>
            <p:spPr>
              <a:xfrm>
                <a:off x="7680960" y="1396588"/>
                <a:ext cx="4511040" cy="526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NZ" sz="1600" dirty="0"/>
                  <a:t>1. Given Values:</a:t>
                </a:r>
              </a:p>
              <a:p>
                <a:r>
                  <a:rPr lang="en-NZ" sz="1400" dirty="0"/>
                  <a:t>D=0.8cm = 0.008m</a:t>
                </a:r>
              </a:p>
              <a:p>
                <a:r>
                  <a:rPr lang="en-NZ" sz="1400" dirty="0"/>
                  <a:t>L=21m</a:t>
                </a:r>
              </a:p>
              <a:p>
                <a:r>
                  <a:rPr lang="el-GR" sz="1400" dirty="0"/>
                  <a:t>Δ</a:t>
                </a:r>
                <a:r>
                  <a:rPr lang="en-NZ" sz="1400" dirty="0"/>
                  <a:t>L=3cm = 0.03m</a:t>
                </a:r>
              </a:p>
              <a:p>
                <a:r>
                  <a:rPr lang="en-NZ" sz="1400" dirty="0"/>
                  <a:t>E=21kN/cm^2 = 2.1N/m^2</a:t>
                </a:r>
              </a:p>
              <a:p>
                <a:endParaRPr lang="en-NZ" sz="1600" dirty="0"/>
              </a:p>
              <a:p>
                <a:r>
                  <a:rPr lang="en-NZ" sz="1600" dirty="0"/>
                  <a:t>2. Work Spring Equation: </a:t>
                </a:r>
              </a:p>
              <a:p>
                <a:r>
                  <a:rPr lang="en-NZ" sz="1400" dirty="0"/>
                  <a:t>W=1/2 </a:t>
                </a:r>
                <a:r>
                  <a:rPr lang="en-NZ" sz="1400" dirty="0" err="1"/>
                  <a:t>kx</a:t>
                </a:r>
                <a:r>
                  <a:rPr lang="en-NZ" sz="1400" dirty="0"/>
                  <a:t> </a:t>
                </a:r>
              </a:p>
              <a:p>
                <a:r>
                  <a:rPr lang="en-NZ" sz="1400" dirty="0"/>
                  <a:t>k</a:t>
                </a:r>
                <a14:m>
                  <m:oMath xmlns:m="http://schemas.openxmlformats.org/officeDocument/2006/math">
                    <m:r>
                      <a:rPr lang="en-NZ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NZ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NZ" sz="1400" b="0" i="1" smtClean="0">
                            <a:latin typeface="Cambria Math" panose="02040503050406030204" pitchFamily="18" charset="0"/>
                          </a:rPr>
                          <m:t>𝐸𝐴</m:t>
                        </m:r>
                      </m:num>
                      <m:den>
                        <m:sSub>
                          <m:sSubPr>
                            <m:ctrlPr>
                              <a:rPr lang="en-NZ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sz="1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NZ" sz="1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den>
                    </m:f>
                  </m:oMath>
                </a14:m>
                <a:r>
                  <a:rPr lang="en-NZ" sz="1400" dirty="0"/>
                  <a:t> </a:t>
                </a:r>
              </a:p>
              <a:p>
                <a:r>
                  <a:rPr lang="en-NZ" sz="1400" dirty="0"/>
                  <a:t> </a:t>
                </a:r>
                <a14:m>
                  <m:oMath xmlns:m="http://schemas.openxmlformats.org/officeDocument/2006/math">
                    <m:r>
                      <a:rPr lang="en-NZ" sz="1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NZ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l-GR" sz="1400"/>
                      <m:t>π</m:t>
                    </m:r>
                    <m:r>
                      <m:rPr>
                        <m:nor/>
                      </m:rPr>
                      <a:rPr lang="en-NZ" sz="1400" b="0" i="0" smtClean="0"/>
                      <m:t>r</m:t>
                    </m:r>
                    <m:r>
                      <m:rPr>
                        <m:nor/>
                      </m:rPr>
                      <a:rPr lang="en-NZ" sz="1400" b="0" i="0" smtClean="0"/>
                      <m:t>^2</m:t>
                    </m:r>
                  </m:oMath>
                </a14:m>
                <a:endParaRPr lang="en-NZ" sz="1400" dirty="0"/>
              </a:p>
              <a:p>
                <a:r>
                  <a:rPr lang="en-NZ" sz="1400" dirty="0"/>
                  <a:t>k=503 N/m</a:t>
                </a:r>
              </a:p>
              <a:p>
                <a:endParaRPr lang="en-NZ" sz="1400" dirty="0"/>
              </a:p>
              <a:p>
                <a:r>
                  <a:rPr lang="en-NZ" sz="1400" dirty="0"/>
                  <a:t>3. </a:t>
                </a:r>
                <a:r>
                  <a:rPr lang="en-NZ" sz="1600" dirty="0"/>
                  <a:t>Elastic Deformation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sz="14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NZ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NZ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NZ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NZ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NZ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NZ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NZ" sz="1400" b="0" i="1" smtClean="0">
                              <a:latin typeface="Cambria Math" panose="02040503050406030204" pitchFamily="18" charset="0"/>
                            </a:rPr>
                            <m:t>𝑘𝑥𝑑𝑥</m:t>
                          </m:r>
                          <m:r>
                            <a:rPr lang="en-NZ" sz="1400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nary>
                            <m:naryPr>
                              <m:limLoc m:val="undOvr"/>
                              <m:ctrlPr>
                                <a:rPr lang="en-NZ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NZ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NZ" sz="1400" b="0" i="1" smtClean="0">
                                  <a:latin typeface="Cambria Math" panose="02040503050406030204" pitchFamily="18" charset="0"/>
                                </a:rPr>
                                <m:t>0.03</m:t>
                              </m:r>
                            </m:sup>
                            <m:e>
                              <m:r>
                                <a:rPr lang="en-NZ" sz="1400" b="0" i="1" smtClean="0">
                                  <a:latin typeface="Cambria Math" panose="02040503050406030204" pitchFamily="18" charset="0"/>
                                </a:rPr>
                                <m:t>503 </m:t>
                              </m:r>
                              <m:r>
                                <a:rPr lang="en-NZ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NZ" sz="1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sz="14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NZ" sz="1400" b="0" dirty="0"/>
              </a:p>
              <a:p>
                <a:r>
                  <a:rPr lang="en-NZ" sz="1600" dirty="0"/>
                  <a:t>Integrate to get: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sz="16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NZ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NZ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NZ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NZ" sz="1600" b="0" i="1" smtClean="0">
                              <a:latin typeface="Cambria Math" panose="02040503050406030204" pitchFamily="18" charset="0"/>
                            </a:rPr>
                            <m:t>0.03</m:t>
                          </m:r>
                        </m:sup>
                        <m:e>
                          <m:f>
                            <m:fPr>
                              <m:ctrlPr>
                                <a:rPr lang="en-NZ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NZ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NZ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NZ" sz="1600" b="0" i="1" smtClean="0">
                              <a:latin typeface="Cambria Math" panose="02040503050406030204" pitchFamily="18" charset="0"/>
                            </a:rPr>
                            <m:t>∗503∗</m:t>
                          </m:r>
                          <m:sSup>
                            <m:sSupPr>
                              <m:ctrlPr>
                                <a:rPr lang="en-NZ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NZ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NZ" sz="1600" b="0" i="1" smtClean="0">
                              <a:latin typeface="Cambria Math" panose="02040503050406030204" pitchFamily="18" charset="0"/>
                            </a:rPr>
                            <m:t>=251.5∗</m:t>
                          </m:r>
                          <m:d>
                            <m:dPr>
                              <m:ctrlPr>
                                <a:rPr lang="en-NZ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NZ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NZ" sz="1600" b="0" i="1" smtClean="0">
                                      <a:latin typeface="Cambria Math" panose="02040503050406030204" pitchFamily="18" charset="0"/>
                                    </a:rPr>
                                    <m:t>0.03</m:t>
                                  </m:r>
                                </m:e>
                                <m:sup>
                                  <m:r>
                                    <a:rPr lang="en-NZ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NZ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NZ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NZ" sz="1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NZ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NZ" sz="1600" b="0" i="0" smtClean="0">
                          <a:latin typeface="Cambria Math" panose="02040503050406030204" pitchFamily="18" charset="0"/>
                        </a:rPr>
                        <m:t>=0.22635 </m:t>
                      </m:r>
                      <m:r>
                        <m:rPr>
                          <m:sty m:val="p"/>
                        </m:rPr>
                        <a:rPr lang="en-NZ" sz="1600" b="0" i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NZ" sz="1600" b="0" i="0" smtClean="0">
                          <a:latin typeface="Cambria Math" panose="02040503050406030204" pitchFamily="18" charset="0"/>
                        </a:rPr>
                        <m:t> =0.226 </m:t>
                      </m:r>
                      <m:r>
                        <m:rPr>
                          <m:sty m:val="p"/>
                        </m:rPr>
                        <a:rPr lang="en-NZ" sz="16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NZ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NZ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sz="1600" b="0" i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NZ" sz="1600" b="0" i="0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NZ" sz="1600" b="0" i="0" smtClean="0">
                          <a:latin typeface="Cambria Math" panose="02040503050406030204" pitchFamily="18" charset="0"/>
                        </a:rPr>
                        <m:t>KJ</m:t>
                      </m:r>
                    </m:oMath>
                  </m:oMathPara>
                </a14:m>
                <a:endParaRPr lang="en-NZ" sz="1600" dirty="0"/>
              </a:p>
              <a:p>
                <a:endParaRPr lang="en-NZ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C2E102-CF9E-9978-7B01-F27EA8752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0" y="1396588"/>
                <a:ext cx="4511040" cy="5264326"/>
              </a:xfrm>
              <a:prstGeom prst="rect">
                <a:avLst/>
              </a:prstGeom>
              <a:blipFill>
                <a:blip r:embed="rId4"/>
                <a:stretch>
                  <a:fillRect l="-676" t="-34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8904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4EA248-38FB-D366-384D-D73C1EC3E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 5: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778F6D-AD0C-3D2F-0EBC-7F9BEF46A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DF68F-77AE-DB26-E596-6900F851C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40868"/>
            <a:ext cx="11978100" cy="11711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DFD42F-693F-6384-C265-95B763CB3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1" y="3429000"/>
            <a:ext cx="936481" cy="40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401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1F5B27-F398-CBBB-9B60-6E330F9F1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 5 Solution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7B8C106-397F-4BA1-A524-7815FB565D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3428" y="2263221"/>
            <a:ext cx="5225143" cy="28477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49AFFE-9662-F51E-D622-85B7CBDC8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6896" y="1296920"/>
            <a:ext cx="910324" cy="38928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5F05D0E-9B16-831E-C5BB-7D4366EFE7FC}"/>
                  </a:ext>
                </a:extLst>
              </p:cNvPr>
              <p:cNvSpPr txBox="1"/>
              <p:nvPr/>
            </p:nvSpPr>
            <p:spPr>
              <a:xfrm>
                <a:off x="7417587" y="1908717"/>
                <a:ext cx="3791631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Assumptions: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/>
                  <a:t>The shaft rotates at a constant speed.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/>
                  <a:t>The transmitted power is constant.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/>
                  <a:t>Mechanical losses are neglected.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/>
                  <a:t>Torque is assumed to be constant.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/>
                  <a:t>The power given is the shaft power.</a:t>
                </a:r>
              </a:p>
              <a:p>
                <a:r>
                  <a:rPr lang="en-CA" dirty="0"/>
                  <a:t>Initial Values:</a:t>
                </a:r>
              </a:p>
              <a:p>
                <a:r>
                  <a:rPr lang="en-CA" dirty="0"/>
                  <a:t>	</a:t>
                </a:r>
                <a:r>
                  <a:rPr lang="en-CA" dirty="0" err="1"/>
                  <a:t>W˙sh</a:t>
                </a:r>
                <a:r>
                  <a:rPr lang="en-CA" dirty="0"/>
                  <a:t>​=250 hp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/>
                        <m:t>1</m:t>
                      </m:r>
                      <m:r>
                        <m:rPr>
                          <m:nor/>
                        </m:rPr>
                        <a:rPr lang="en-CA" i="1"/>
                        <m:t> </m:t>
                      </m:r>
                      <m:r>
                        <m:rPr>
                          <m:nor/>
                        </m:rPr>
                        <a:rPr lang="en-CA" i="1"/>
                        <m:t>hp</m:t>
                      </m:r>
                      <m:r>
                        <a:rPr lang="en-CA"/>
                        <m:t>=</m:t>
                      </m:r>
                      <m:r>
                        <a:rPr lang="en-CA"/>
                        <m:t>745</m:t>
                      </m:r>
                      <m:r>
                        <a:rPr lang="en-CA"/>
                        <m:t>.</m:t>
                      </m:r>
                      <m:r>
                        <a:rPr lang="en-CA"/>
                        <m:t>7</m:t>
                      </m:r>
                      <m:r>
                        <m:rPr>
                          <m:nor/>
                        </m:rPr>
                        <a:rPr lang="en-CA" i="1"/>
                        <m:t> </m:t>
                      </m:r>
                      <m:r>
                        <m:rPr>
                          <m:nor/>
                        </m:rPr>
                        <a:rPr lang="en-CA" i="1"/>
                        <m:t>W</m:t>
                      </m:r>
                    </m:oMath>
                  </m:oMathPara>
                </a14:m>
                <a:endParaRPr lang="en-CA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/>
                        <m:t>𝑁</m:t>
                      </m:r>
                      <m:r>
                        <a:rPr lang="en-CA"/>
                        <m:t>=</m:t>
                      </m:r>
                      <m:r>
                        <a:rPr lang="en-CA"/>
                        <m:t>3200</m:t>
                      </m:r>
                      <m:r>
                        <m:rPr>
                          <m:nor/>
                        </m:rPr>
                        <a:rPr lang="en-CA" i="1"/>
                        <m:t> </m:t>
                      </m:r>
                      <m:r>
                        <m:rPr>
                          <m:nor/>
                        </m:rPr>
                        <a:rPr lang="en-CA" i="1"/>
                        <m:t>rpm</m:t>
                      </m:r>
                    </m:oMath>
                  </m:oMathPara>
                </a14:m>
                <a:endParaRPr lang="en-CA" b="0" dirty="0"/>
              </a:p>
              <a:p>
                <a:endParaRPr lang="en-CA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5F05D0E-9B16-831E-C5BB-7D4366EFE7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7587" y="1908717"/>
                <a:ext cx="3791631" cy="4247317"/>
              </a:xfrm>
              <a:prstGeom prst="rect">
                <a:avLst/>
              </a:prstGeom>
              <a:blipFill>
                <a:blip r:embed="rId4"/>
                <a:stretch>
                  <a:fillRect l="-1447" t="-574" r="-160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150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28A03-CF08-D8D4-422D-37C842A56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 5 Solution Continued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69D4E2-A58F-F518-0D7D-F5F31018AE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550901"/>
            <a:ext cx="6362700" cy="34835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AAAAD8-CA2D-E6E6-1B44-5BF4A4994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1723" y="1550901"/>
            <a:ext cx="718923" cy="30743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DD5110-6958-55F5-C18D-3B6A70650B09}"/>
                  </a:ext>
                </a:extLst>
              </p:cNvPr>
              <p:cNvSpPr txBox="1"/>
              <p:nvPr/>
            </p:nvSpPr>
            <p:spPr>
              <a:xfrm>
                <a:off x="6362701" y="1388303"/>
                <a:ext cx="4714874" cy="5831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750" dirty="0"/>
                  <a:t>W˙sh​=250 hp </a:t>
                </a:r>
              </a:p>
              <a:p>
                <a:r>
                  <a:rPr lang="en-CA" sz="1750" dirty="0"/>
                  <a:t>1. Convert Power to Watts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750"/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CA" sz="1750"/>
                              </m:ctrlPr>
                            </m:accPr>
                            <m:e>
                              <m:r>
                                <a:rPr lang="en-CA" sz="1750" i="1"/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m:rPr>
                              <m:nor/>
                            </m:rPr>
                            <a:rPr lang="en-CA" sz="1750" i="1"/>
                            <m:t>sh</m:t>
                          </m:r>
                        </m:sub>
                      </m:sSub>
                      <m:r>
                        <a:rPr lang="en-CA" sz="1750"/>
                        <m:t>=</m:t>
                      </m:r>
                      <m:r>
                        <a:rPr lang="en-CA" sz="1750"/>
                        <m:t>250</m:t>
                      </m:r>
                      <m:d>
                        <m:dPr>
                          <m:ctrlPr>
                            <a:rPr lang="en-CA" sz="1750" i="1"/>
                          </m:ctrlPr>
                        </m:dPr>
                        <m:e>
                          <m:r>
                            <a:rPr lang="en-CA" sz="1750"/>
                            <m:t>745</m:t>
                          </m:r>
                          <m:r>
                            <a:rPr lang="en-CA" sz="1750"/>
                            <m:t>.</m:t>
                          </m:r>
                          <m:r>
                            <a:rPr lang="en-CA" sz="1750"/>
                            <m:t>7</m:t>
                          </m:r>
                        </m:e>
                      </m:d>
                    </m:oMath>
                  </m:oMathPara>
                </a14:m>
                <a:endParaRPr lang="en-CA" sz="175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750"/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CA" sz="1750"/>
                              </m:ctrlPr>
                            </m:accPr>
                            <m:e>
                              <m:r>
                                <a:rPr lang="en-CA" sz="1750" i="1"/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m:rPr>
                              <m:nor/>
                            </m:rPr>
                            <a:rPr lang="en-CA" sz="1750" i="1"/>
                            <m:t>sh</m:t>
                          </m:r>
                        </m:sub>
                      </m:sSub>
                      <m:r>
                        <a:rPr lang="en-CA" sz="1750"/>
                        <m:t>=</m:t>
                      </m:r>
                      <m:r>
                        <a:rPr lang="en-CA" sz="1750"/>
                        <m:t>186425</m:t>
                      </m:r>
                      <m:r>
                        <m:rPr>
                          <m:nor/>
                        </m:rPr>
                        <a:rPr lang="en-CA" sz="1750" i="1"/>
                        <m:t> </m:t>
                      </m:r>
                      <m:r>
                        <m:rPr>
                          <m:nor/>
                        </m:rPr>
                        <a:rPr lang="en-CA" sz="1750" i="1"/>
                        <m:t>W</m:t>
                      </m:r>
                    </m:oMath>
                  </m:oMathPara>
                </a14:m>
                <a:endParaRPr lang="en-CA" sz="1750" b="0" dirty="0"/>
              </a:p>
              <a:p>
                <a:r>
                  <a:rPr lang="en-CA" sz="1750" dirty="0"/>
                  <a:t>2. Convert Rotational Speed to Rev/s</a:t>
                </a:r>
                <a:endParaRPr lang="en-CA" sz="175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CA" sz="1750"/>
                          </m:ctrlPr>
                        </m:accPr>
                        <m:e>
                          <m:r>
                            <a:rPr lang="en-CA" sz="1750" i="1"/>
                            <m:t>𝑛</m:t>
                          </m:r>
                        </m:e>
                      </m:acc>
                      <m:r>
                        <a:rPr lang="en-CA" sz="1750"/>
                        <m:t>=</m:t>
                      </m:r>
                      <m:f>
                        <m:fPr>
                          <m:ctrlPr>
                            <a:rPr lang="en-CA" sz="1750" i="1"/>
                          </m:ctrlPr>
                        </m:fPr>
                        <m:num>
                          <m:r>
                            <a:rPr lang="en-CA" sz="1750"/>
                            <m:t>3200</m:t>
                          </m:r>
                        </m:num>
                        <m:den>
                          <m:r>
                            <a:rPr lang="en-CA" sz="1750"/>
                            <m:t>60</m:t>
                          </m:r>
                        </m:den>
                      </m:f>
                    </m:oMath>
                  </m:oMathPara>
                </a14:m>
                <a:endParaRPr lang="en-CA" sz="175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CA" sz="1750"/>
                          </m:ctrlPr>
                        </m:accPr>
                        <m:e>
                          <m:r>
                            <a:rPr lang="en-CA" sz="1750" i="1"/>
                            <m:t>𝑛</m:t>
                          </m:r>
                        </m:e>
                      </m:acc>
                      <m:r>
                        <a:rPr lang="en-CA" sz="1750"/>
                        <m:t>=</m:t>
                      </m:r>
                      <m:r>
                        <a:rPr lang="en-CA" sz="1750"/>
                        <m:t>53</m:t>
                      </m:r>
                      <m:r>
                        <a:rPr lang="en-CA" sz="1750"/>
                        <m:t>.</m:t>
                      </m:r>
                      <m:r>
                        <a:rPr lang="en-CA" sz="1750"/>
                        <m:t>33</m:t>
                      </m:r>
                      <m:r>
                        <m:rPr>
                          <m:nor/>
                        </m:rPr>
                        <a:rPr lang="en-CA" sz="1750" i="1"/>
                        <m:t> </m:t>
                      </m:r>
                      <m:r>
                        <m:rPr>
                          <m:nor/>
                        </m:rPr>
                        <a:rPr lang="en-CA" sz="1750" i="1"/>
                        <m:t>rev</m:t>
                      </m:r>
                      <m:r>
                        <m:rPr>
                          <m:nor/>
                        </m:rPr>
                        <a:rPr lang="en-CA" sz="1750" i="1"/>
                        <m:t>/</m:t>
                      </m:r>
                      <m:r>
                        <m:rPr>
                          <m:nor/>
                        </m:rPr>
                        <a:rPr lang="en-CA" sz="1750" i="1"/>
                        <m:t>s</m:t>
                      </m:r>
                    </m:oMath>
                  </m:oMathPara>
                </a14:m>
                <a:endParaRPr lang="en-CA" sz="1750" b="0" dirty="0"/>
              </a:p>
              <a:p>
                <a:r>
                  <a:rPr lang="en-CA" sz="1750" dirty="0"/>
                  <a:t>3. Convert to Angular Velocity</a:t>
                </a:r>
                <a:endParaRPr lang="en-CA" sz="175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750" i="1"/>
                        <m:t>𝜔</m:t>
                      </m:r>
                      <m:r>
                        <a:rPr lang="en-CA" sz="1750"/>
                        <m:t>=</m:t>
                      </m:r>
                      <m:r>
                        <a:rPr lang="en-CA" sz="1750"/>
                        <m:t>2</m:t>
                      </m:r>
                      <m:r>
                        <a:rPr lang="en-CA" sz="1750" i="1"/>
                        <m:t>𝜋</m:t>
                      </m:r>
                      <m:acc>
                        <m:accPr>
                          <m:chr m:val="̇"/>
                          <m:ctrlPr>
                            <a:rPr lang="en-CA" sz="1750" i="1"/>
                          </m:ctrlPr>
                        </m:accPr>
                        <m:e>
                          <m:r>
                            <a:rPr lang="en-CA" sz="1750" i="1"/>
                            <m:t>𝑛</m:t>
                          </m:r>
                        </m:e>
                      </m:acc>
                    </m:oMath>
                  </m:oMathPara>
                </a14:m>
                <a:endParaRPr lang="en-CA" sz="175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750" i="1"/>
                        <m:t>𝜔</m:t>
                      </m:r>
                      <m:r>
                        <a:rPr lang="en-CA" sz="1750"/>
                        <m:t>=</m:t>
                      </m:r>
                      <m:r>
                        <a:rPr lang="en-CA" sz="1750"/>
                        <m:t>2</m:t>
                      </m:r>
                      <m:r>
                        <a:rPr lang="en-CA" sz="1750" i="1"/>
                        <m:t>𝜋</m:t>
                      </m:r>
                      <m:d>
                        <m:dPr>
                          <m:ctrlPr>
                            <a:rPr lang="en-CA" sz="1750" i="1"/>
                          </m:ctrlPr>
                        </m:dPr>
                        <m:e>
                          <m:r>
                            <a:rPr lang="en-CA" sz="1750"/>
                            <m:t>53</m:t>
                          </m:r>
                          <m:r>
                            <a:rPr lang="en-CA" sz="1750"/>
                            <m:t>.</m:t>
                          </m:r>
                          <m:r>
                            <a:rPr lang="en-CA" sz="1750"/>
                            <m:t>33</m:t>
                          </m:r>
                        </m:e>
                      </m:d>
                    </m:oMath>
                  </m:oMathPara>
                </a14:m>
                <a:endParaRPr lang="en-CA" sz="175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750" i="1"/>
                        <m:t>𝜔</m:t>
                      </m:r>
                      <m:r>
                        <a:rPr lang="en-CA" sz="1750"/>
                        <m:t>=</m:t>
                      </m:r>
                      <m:r>
                        <a:rPr lang="en-CA" sz="1750"/>
                        <m:t>335</m:t>
                      </m:r>
                      <m:r>
                        <a:rPr lang="en-CA" sz="1750"/>
                        <m:t>.</m:t>
                      </m:r>
                      <m:r>
                        <a:rPr lang="en-CA" sz="1750"/>
                        <m:t>1</m:t>
                      </m:r>
                      <m:r>
                        <m:rPr>
                          <m:nor/>
                        </m:rPr>
                        <a:rPr lang="en-CA" sz="1750" i="1"/>
                        <m:t> </m:t>
                      </m:r>
                      <m:r>
                        <m:rPr>
                          <m:nor/>
                        </m:rPr>
                        <a:rPr lang="en-CA" sz="1750" i="1"/>
                        <m:t>rad</m:t>
                      </m:r>
                      <m:r>
                        <m:rPr>
                          <m:nor/>
                        </m:rPr>
                        <a:rPr lang="en-CA" sz="1750" i="1"/>
                        <m:t>/</m:t>
                      </m:r>
                      <m:r>
                        <m:rPr>
                          <m:nor/>
                        </m:rPr>
                        <a:rPr lang="en-CA" sz="1750" i="1"/>
                        <m:t>s</m:t>
                      </m:r>
                    </m:oMath>
                  </m:oMathPara>
                </a14:m>
                <a:endParaRPr lang="en-CA" sz="1750" dirty="0"/>
              </a:p>
              <a:p>
                <a:r>
                  <a:rPr lang="en-CA" sz="1750" b="0" dirty="0"/>
                  <a:t>(one revolution = 2</a:t>
                </a:r>
                <a:r>
                  <a:rPr lang="en-CA" sz="1750" dirty="0"/>
                  <a:t> </a:t>
                </a:r>
                <a14:m>
                  <m:oMath xmlns:m="http://schemas.openxmlformats.org/officeDocument/2006/math">
                    <m:r>
                      <a:rPr lang="en-CA" sz="175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CA" sz="175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1750" b="0" i="1" smtClean="0">
                        <a:latin typeface="Cambria Math" panose="02040503050406030204" pitchFamily="18" charset="0"/>
                      </a:rPr>
                      <m:t>𝑟𝑎𝑑𝑖𝑎𝑛𝑠</m:t>
                    </m:r>
                    <m:r>
                      <a:rPr lang="en-CA" sz="175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sz="1750" b="0" dirty="0"/>
              </a:p>
              <a:p>
                <a:r>
                  <a:rPr lang="en-CA" sz="1750" dirty="0"/>
                  <a:t>4. Use Shaft Power Equation</a:t>
                </a:r>
                <a:endParaRPr lang="en-CA" sz="175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750"/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CA" sz="1750"/>
                              </m:ctrlPr>
                            </m:accPr>
                            <m:e>
                              <m:r>
                                <a:rPr lang="en-CA" sz="1750" i="1"/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m:rPr>
                              <m:nor/>
                            </m:rPr>
                            <a:rPr lang="en-CA" sz="1750" i="1"/>
                            <m:t>sh</m:t>
                          </m:r>
                        </m:sub>
                      </m:sSub>
                      <m:r>
                        <a:rPr lang="en-CA" sz="175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75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CA" sz="175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CA" sz="1750" i="1">
                          <a:latin typeface="Cambria Math" panose="02040503050406030204" pitchFamily="18" charset="0"/>
                        </a:rPr>
                        <m:t>𝜋</m:t>
                      </m:r>
                      <m:acc>
                        <m:accPr>
                          <m:chr m:val="̇"/>
                          <m:ctrlPr>
                            <a:rPr lang="en-CA" sz="175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175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CA" sz="175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75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CA" sz="1750" i="1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CA" sz="175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750" i="1"/>
                        <m:t>𝑇</m:t>
                      </m:r>
                      <m:r>
                        <a:rPr lang="en-CA" sz="1750"/>
                        <m:t>=</m:t>
                      </m:r>
                      <m:f>
                        <m:fPr>
                          <m:ctrlPr>
                            <a:rPr lang="en-CA" sz="1750" i="1"/>
                          </m:ctrlPr>
                        </m:fPr>
                        <m:num>
                          <m:sSub>
                            <m:sSubPr>
                              <m:ctrlPr>
                                <a:rPr lang="en-CA" sz="1750" i="1"/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CA" sz="1750" i="1"/>
                                  </m:ctrlPr>
                                </m:accPr>
                                <m:e>
                                  <m:r>
                                    <a:rPr lang="en-CA" sz="1750" i="1"/>
                                    <m:t>𝑊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CA" sz="1750" i="1"/>
                                <m:t>sh</m:t>
                              </m:r>
                            </m:sub>
                          </m:sSub>
                        </m:num>
                        <m:den>
                          <m:r>
                            <a:rPr lang="en-CA" sz="1750" i="1"/>
                            <m:t>𝜔</m:t>
                          </m:r>
                        </m:den>
                      </m:f>
                    </m:oMath>
                  </m:oMathPara>
                </a14:m>
                <a:endParaRPr lang="en-CA" sz="175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750" i="1"/>
                        <m:t>𝑇</m:t>
                      </m:r>
                      <m:r>
                        <a:rPr lang="en-CA" sz="1750"/>
                        <m:t>=</m:t>
                      </m:r>
                      <m:f>
                        <m:fPr>
                          <m:ctrlPr>
                            <a:rPr lang="en-CA" sz="1750" i="1"/>
                          </m:ctrlPr>
                        </m:fPr>
                        <m:num>
                          <m:r>
                            <a:rPr lang="en-CA" sz="1750"/>
                            <m:t>186425</m:t>
                          </m:r>
                        </m:num>
                        <m:den>
                          <m:r>
                            <a:rPr lang="en-CA" sz="1750"/>
                            <m:t>335</m:t>
                          </m:r>
                          <m:r>
                            <a:rPr lang="en-CA" sz="1750"/>
                            <m:t>.</m:t>
                          </m:r>
                          <m:r>
                            <a:rPr lang="en-CA" sz="1750"/>
                            <m:t>1</m:t>
                          </m:r>
                        </m:den>
                      </m:f>
                    </m:oMath>
                  </m:oMathPara>
                </a14:m>
                <a:endParaRPr lang="en-CA" sz="175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CA"/>
                          </m:ctrlPr>
                        </m:borderBoxPr>
                        <m:e>
                          <m:r>
                            <a:rPr lang="en-CA" i="1"/>
                            <m:t>𝑇</m:t>
                          </m:r>
                          <m:r>
                            <a:rPr lang="en-CA"/>
                            <m:t>=</m:t>
                          </m:r>
                          <m:r>
                            <a:rPr lang="en-CA"/>
                            <m:t>556</m:t>
                          </m:r>
                          <m:r>
                            <a:rPr lang="en-CA"/>
                            <m:t>.</m:t>
                          </m:r>
                          <m:r>
                            <a:rPr lang="en-CA"/>
                            <m:t>3</m:t>
                          </m:r>
                          <m:r>
                            <m:rPr>
                              <m:nor/>
                            </m:rPr>
                            <a:rPr lang="en-CA" i="1"/>
                            <m:t> </m:t>
                          </m:r>
                          <m:r>
                            <m:rPr>
                              <m:nor/>
                            </m:rPr>
                            <a:rPr lang="en-CA" i="1"/>
                            <m:t>N</m:t>
                          </m:r>
                          <m:r>
                            <a:rPr lang="en-CA"/>
                            <m:t>⋅</m:t>
                          </m:r>
                          <m:r>
                            <m:rPr>
                              <m:nor/>
                            </m:rPr>
                            <a:rPr lang="en-CA" i="1"/>
                            <m:t>m</m:t>
                          </m:r>
                        </m:e>
                      </m:borderBox>
                    </m:oMath>
                  </m:oMathPara>
                </a14:m>
                <a:endParaRPr lang="en-CA" b="0" dirty="0"/>
              </a:p>
              <a:p>
                <a:endParaRPr lang="en-CA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DD5110-6958-55F5-C18D-3B6A70650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2701" y="1388303"/>
                <a:ext cx="4714874" cy="5831148"/>
              </a:xfrm>
              <a:prstGeom prst="rect">
                <a:avLst/>
              </a:prstGeom>
              <a:blipFill>
                <a:blip r:embed="rId4"/>
                <a:stretch>
                  <a:fillRect l="-906" t="-31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5407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33543-0822-7701-3671-65D733306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 6: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D281E4-7C27-B4E6-A2BA-F4F75A100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257AAC-241E-5C15-EF6B-899A73EF8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8640" y="3047537"/>
            <a:ext cx="12390640" cy="12080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017E36-6CD2-9AD6-2160-EF99DB5C0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16760" y="3222440"/>
            <a:ext cx="1028200" cy="43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813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7B420-6795-C0CF-D4ED-EBC173C96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 6 Solution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7589416-F3B2-A357-4191-016E522F9C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24926" y="1490491"/>
            <a:ext cx="6151084" cy="544370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1DC055-27B6-D75F-B968-2F82CB23C69F}"/>
                  </a:ext>
                </a:extLst>
              </p:cNvPr>
              <p:cNvSpPr txBox="1"/>
              <p:nvPr/>
            </p:nvSpPr>
            <p:spPr>
              <a:xfrm>
                <a:off x="6419850" y="1752600"/>
                <a:ext cx="4391025" cy="52039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	         m=500,000 kg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/>
                        <m:t>h</m:t>
                      </m:r>
                      <m:r>
                        <a:rPr lang="en-CA"/>
                        <m:t>=</m:t>
                      </m:r>
                      <m:r>
                        <a:rPr lang="en-CA"/>
                        <m:t>100</m:t>
                      </m:r>
                      <m:r>
                        <m:rPr>
                          <m:nor/>
                        </m:rPr>
                        <a:rPr lang="en-CA" i="1"/>
                        <m:t> </m:t>
                      </m:r>
                      <m:r>
                        <m:rPr>
                          <m:nor/>
                        </m:rPr>
                        <a:rPr lang="en-CA" i="1"/>
                        <m:t>m</m:t>
                      </m:r>
                    </m:oMath>
                  </m:oMathPara>
                </a14:m>
                <a:endParaRPr lang="en-CA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/>
                        <m:t>𝑔</m:t>
                      </m:r>
                      <m:r>
                        <a:rPr lang="en-CA"/>
                        <m:t>=</m:t>
                      </m:r>
                      <m:r>
                        <a:rPr lang="en-CA"/>
                        <m:t>9</m:t>
                      </m:r>
                      <m:r>
                        <a:rPr lang="en-CA"/>
                        <m:t>.</m:t>
                      </m:r>
                      <m:r>
                        <a:rPr lang="en-CA"/>
                        <m:t>81</m:t>
                      </m:r>
                      <m:r>
                        <m:rPr>
                          <m:nor/>
                        </m:rPr>
                        <a:rPr lang="en-CA" i="1"/>
                        <m:t> </m:t>
                      </m:r>
                      <m:sSup>
                        <m:sSupPr>
                          <m:ctrlPr>
                            <a:rPr lang="en-CA" i="1"/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CA" i="1"/>
                            <m:t>m</m:t>
                          </m:r>
                          <m:r>
                            <m:rPr>
                              <m:nor/>
                            </m:rPr>
                            <a:rPr lang="en-CA" i="1"/>
                            <m:t>/</m:t>
                          </m:r>
                          <m:r>
                            <m:rPr>
                              <m:nor/>
                            </m:rPr>
                            <a:rPr lang="en-CA" i="1"/>
                            <m:t>s</m:t>
                          </m:r>
                        </m:e>
                        <m:sup>
                          <m:r>
                            <a:rPr lang="en-CA"/>
                            <m:t>2</m:t>
                          </m:r>
                        </m:sup>
                      </m:sSup>
                    </m:oMath>
                  </m:oMathPara>
                </a14:m>
                <a:endParaRPr lang="en-CA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/>
                          </m:ctrlPr>
                        </m:sSubPr>
                        <m:e>
                          <m:r>
                            <a:rPr lang="en-CA" i="1"/>
                            <m:t>𝑃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CA" i="1"/>
                            <m:t>engine</m:t>
                          </m:r>
                        </m:sub>
                      </m:sSub>
                      <m:r>
                        <a:rPr lang="en-CA"/>
                        <m:t>=</m:t>
                      </m:r>
                      <m:r>
                        <a:rPr lang="en-CA"/>
                        <m:t>100</m:t>
                      </m:r>
                      <m:r>
                        <m:rPr>
                          <m:nor/>
                        </m:rPr>
                        <a:rPr lang="en-CA" i="1"/>
                        <m:t> </m:t>
                      </m:r>
                      <m:r>
                        <m:rPr>
                          <m:nor/>
                        </m:rPr>
                        <a:rPr lang="en-CA" i="1"/>
                        <m:t>kW</m:t>
                      </m:r>
                      <m:r>
                        <a:rPr lang="en-CA"/>
                        <m:t>=</m:t>
                      </m:r>
                      <m:r>
                        <a:rPr lang="en-CA"/>
                        <m:t>100</m:t>
                      </m:r>
                      <m:r>
                        <a:rPr lang="en-CA"/>
                        <m:t>,</m:t>
                      </m:r>
                      <m:r>
                        <a:rPr lang="en-CA"/>
                        <m:t>000</m:t>
                      </m:r>
                      <m:r>
                        <m:rPr>
                          <m:nor/>
                        </m:rPr>
                        <a:rPr lang="en-CA" i="1"/>
                        <m:t> </m:t>
                      </m:r>
                      <m:r>
                        <m:rPr>
                          <m:nor/>
                        </m:rPr>
                        <a:rPr lang="en-CA" i="1"/>
                        <m:t>W</m:t>
                      </m:r>
                    </m:oMath>
                  </m:oMathPara>
                </a14:m>
                <a:endParaRPr lang="en-CA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/>
                          </m:ctrlPr>
                        </m:sSubPr>
                        <m:e>
                          <m:r>
                            <a:rPr lang="en-CA" i="1"/>
                            <m:t>𝑃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CA" i="1"/>
                            <m:t>plant</m:t>
                          </m:r>
                        </m:sub>
                      </m:sSub>
                      <m:r>
                        <a:rPr lang="en-CA"/>
                        <m:t>=</m:t>
                      </m:r>
                      <m:r>
                        <a:rPr lang="en-CA"/>
                        <m:t>80</m:t>
                      </m:r>
                      <m:r>
                        <m:rPr>
                          <m:nor/>
                        </m:rPr>
                        <a:rPr lang="en-CA" i="1"/>
                        <m:t> </m:t>
                      </m:r>
                      <m:r>
                        <m:rPr>
                          <m:nor/>
                        </m:rPr>
                        <a:rPr lang="en-CA" i="1"/>
                        <m:t>MW</m:t>
                      </m:r>
                      <m:r>
                        <a:rPr lang="en-CA"/>
                        <m:t>=</m:t>
                      </m:r>
                      <m:r>
                        <a:rPr lang="en-CA"/>
                        <m:t>80</m:t>
                      </m:r>
                      <m:r>
                        <a:rPr lang="en-CA"/>
                        <m:t>×</m:t>
                      </m:r>
                      <m:sSup>
                        <m:sSupPr>
                          <m:ctrlPr>
                            <a:rPr lang="en-CA" i="1"/>
                          </m:ctrlPr>
                        </m:sSupPr>
                        <m:e>
                          <m:r>
                            <a:rPr lang="en-CA"/>
                            <m:t>10</m:t>
                          </m:r>
                        </m:e>
                        <m:sup>
                          <m:r>
                            <a:rPr lang="en-CA"/>
                            <m:t>6</m:t>
                          </m:r>
                        </m:sup>
                      </m:sSup>
                      <m:r>
                        <m:rPr>
                          <m:nor/>
                        </m:rPr>
                        <a:rPr lang="en-CA" i="1"/>
                        <m:t> </m:t>
                      </m:r>
                      <m:r>
                        <m:rPr>
                          <m:nor/>
                        </m:rPr>
                        <a:rPr lang="en-CA" i="1"/>
                        <m:t>W</m:t>
                      </m:r>
                    </m:oMath>
                  </m:oMathPara>
                </a14:m>
                <a:endParaRPr lang="en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/>
                  <a:t>The mass is lifted vertically.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/>
                  <a:t>The mass is lifted at constant velocity, so its kinetic energy does not change.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/>
                  <a:t>The power output remains constant.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/>
                  <a:t> All available power is transferred to the load.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/>
                  <a:t>Friction, cable losses, motor losses and pulley losses are neglected.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/>
                  <a:t>The minimum time corresponds to </a:t>
                </a:r>
                <a14:m>
                  <m:oMath xmlns:m="http://schemas.openxmlformats.org/officeDocument/2006/math">
                    <m:r>
                      <a:rPr lang="en-CA"/>
                      <m:t>100</m:t>
                    </m:r>
                    <m:r>
                      <a:rPr lang="en-CA"/>
                      <m:t>% </m:t>
                    </m:r>
                  </m:oMath>
                </a14:m>
                <a:r>
                  <a:rPr lang="en-CA" dirty="0"/>
                  <a:t>efficiency.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/>
                  <a:t>Gravitational acceleration is constant at </a:t>
                </a:r>
                <a14:m>
                  <m:oMath xmlns:m="http://schemas.openxmlformats.org/officeDocument/2006/math">
                    <m:r>
                      <a:rPr lang="en-CA"/>
                      <m:t>9</m:t>
                    </m:r>
                    <m:r>
                      <a:rPr lang="en-CA"/>
                      <m:t>.</m:t>
                    </m:r>
                    <m:r>
                      <a:rPr lang="en-CA"/>
                      <m:t>81</m:t>
                    </m:r>
                    <m:r>
                      <m:rPr>
                        <m:nor/>
                      </m:rPr>
                      <a:rPr lang="en-CA" i="1"/>
                      <m:t> </m:t>
                    </m:r>
                    <m:sSup>
                      <m:sSupPr>
                        <m:ctrlPr>
                          <a:rPr lang="en-CA" i="1"/>
                        </m:ctrlPr>
                      </m:sSupPr>
                      <m:e>
                        <m:r>
                          <m:rPr>
                            <m:nor/>
                          </m:rPr>
                          <a:rPr lang="en-CA" i="1"/>
                          <m:t>m</m:t>
                        </m:r>
                        <m:r>
                          <m:rPr>
                            <m:nor/>
                          </m:rPr>
                          <a:rPr lang="en-CA" i="1"/>
                          <m:t>/</m:t>
                        </m:r>
                        <m:r>
                          <m:rPr>
                            <m:nor/>
                          </m:rPr>
                          <a:rPr lang="en-CA" i="1"/>
                          <m:t>s</m:t>
                        </m:r>
                      </m:e>
                      <m:sup>
                        <m:r>
                          <a:rPr lang="en-CA"/>
                          <m:t>2</m:t>
                        </m:r>
                      </m:sup>
                    </m:sSup>
                  </m:oMath>
                </a14:m>
                <a:r>
                  <a:rPr lang="en-CA" dirty="0"/>
                  <a:t>.</a:t>
                </a:r>
                <a:endParaRPr lang="en-CA" b="0" dirty="0"/>
              </a:p>
              <a:p>
                <a:endParaRPr lang="en-CA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1DC055-27B6-D75F-B968-2F82CB23C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850" y="1752600"/>
                <a:ext cx="4391025" cy="5203925"/>
              </a:xfrm>
              <a:prstGeom prst="rect">
                <a:avLst/>
              </a:prstGeom>
              <a:blipFill>
                <a:blip r:embed="rId3"/>
                <a:stretch>
                  <a:fillRect l="-833" t="-586" r="-208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2797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5DE933-F23D-B6C9-13D8-0CF518AE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 6 Solution Continued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ECDC3BD-6A5E-7117-561D-7D2E32577E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954961"/>
            <a:ext cx="6697887" cy="368383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AFC7AB2-20EA-8C91-0499-23A84E4D00E3}"/>
                  </a:ext>
                </a:extLst>
              </p:cNvPr>
              <p:cNvSpPr txBox="1"/>
              <p:nvPr/>
            </p:nvSpPr>
            <p:spPr>
              <a:xfrm>
                <a:off x="7029450" y="1828800"/>
                <a:ext cx="3295650" cy="3990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The work required to lift the mass is equal to its increase in gravitational potential energy: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/>
                        <m:t>𝑊</m:t>
                      </m:r>
                      <m:r>
                        <a:rPr lang="en-CA"/>
                        <m:t>=</m:t>
                      </m:r>
                      <m:r>
                        <a:rPr lang="en-CA" i="1"/>
                        <m:t>𝑚𝑔</m:t>
                      </m:r>
                      <m:r>
                        <a:rPr lang="en-CA" i="1"/>
                        <m:t>h</m:t>
                      </m:r>
                    </m:oMath>
                  </m:oMathPara>
                </a14:m>
                <a:endParaRPr lang="en-CA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/>
                        <m:t>𝑊</m:t>
                      </m:r>
                      <m:r>
                        <a:rPr lang="en-CA"/>
                        <m:t>=</m:t>
                      </m:r>
                      <m:d>
                        <m:dPr>
                          <m:ctrlPr>
                            <a:rPr lang="en-CA" i="1"/>
                          </m:ctrlPr>
                        </m:dPr>
                        <m:e>
                          <m:r>
                            <a:rPr lang="en-CA"/>
                            <m:t>500</m:t>
                          </m:r>
                          <m:r>
                            <a:rPr lang="en-CA"/>
                            <m:t>,</m:t>
                          </m:r>
                          <m:r>
                            <a:rPr lang="en-CA"/>
                            <m:t>000</m:t>
                          </m:r>
                        </m:e>
                      </m:d>
                      <m:d>
                        <m:dPr>
                          <m:ctrlPr>
                            <a:rPr lang="en-CA" i="1"/>
                          </m:ctrlPr>
                        </m:dPr>
                        <m:e>
                          <m:r>
                            <a:rPr lang="en-CA"/>
                            <m:t>9</m:t>
                          </m:r>
                          <m:r>
                            <a:rPr lang="en-CA"/>
                            <m:t>.</m:t>
                          </m:r>
                          <m:r>
                            <a:rPr lang="en-CA"/>
                            <m:t>81</m:t>
                          </m:r>
                        </m:e>
                      </m:d>
                      <m:d>
                        <m:dPr>
                          <m:ctrlPr>
                            <a:rPr lang="en-CA" i="1"/>
                          </m:ctrlPr>
                        </m:dPr>
                        <m:e>
                          <m:r>
                            <a:rPr lang="en-CA"/>
                            <m:t>100</m:t>
                          </m:r>
                        </m:e>
                      </m:d>
                    </m:oMath>
                  </m:oMathPara>
                </a14:m>
                <a:endParaRPr lang="en-CA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/>
                        <m:t>𝑊</m:t>
                      </m:r>
                      <m:r>
                        <a:rPr lang="en-CA"/>
                        <m:t>=</m:t>
                      </m:r>
                      <m:r>
                        <a:rPr lang="en-CA"/>
                        <m:t>4</m:t>
                      </m:r>
                      <m:r>
                        <a:rPr lang="en-CA"/>
                        <m:t>.</m:t>
                      </m:r>
                      <m:r>
                        <a:rPr lang="en-CA"/>
                        <m:t>905</m:t>
                      </m:r>
                      <m:r>
                        <a:rPr lang="en-CA"/>
                        <m:t>×</m:t>
                      </m:r>
                      <m:sSup>
                        <m:sSupPr>
                          <m:ctrlPr>
                            <a:rPr lang="en-CA" i="1"/>
                          </m:ctrlPr>
                        </m:sSupPr>
                        <m:e>
                          <m:r>
                            <a:rPr lang="en-CA"/>
                            <m:t>10</m:t>
                          </m:r>
                        </m:e>
                        <m:sup>
                          <m:r>
                            <a:rPr lang="en-CA"/>
                            <m:t>8</m:t>
                          </m:r>
                        </m:sup>
                      </m:sSup>
                      <m:r>
                        <m:rPr>
                          <m:nor/>
                        </m:rPr>
                        <a:rPr lang="en-CA" i="1"/>
                        <m:t> </m:t>
                      </m:r>
                      <m:r>
                        <m:rPr>
                          <m:nor/>
                        </m:rPr>
                        <a:rPr lang="en-CA" i="1"/>
                        <m:t>J</m:t>
                      </m:r>
                    </m:oMath>
                  </m:oMathPara>
                </a14:m>
                <a:endParaRPr lang="en-CA" b="0" dirty="0"/>
              </a:p>
              <a:p>
                <a:r>
                  <a:rPr lang="en-CA" dirty="0"/>
                  <a:t>Power is work completed per unit time: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/>
                        <m:t>𝑃</m:t>
                      </m:r>
                      <m:r>
                        <a:rPr lang="en-CA"/>
                        <m:t>=</m:t>
                      </m:r>
                      <m:f>
                        <m:fPr>
                          <m:ctrlPr>
                            <a:rPr lang="en-CA" i="1"/>
                          </m:ctrlPr>
                        </m:fPr>
                        <m:num>
                          <m:r>
                            <a:rPr lang="en-CA" i="1"/>
                            <m:t>𝑊</m:t>
                          </m:r>
                        </m:num>
                        <m:den>
                          <m:r>
                            <a:rPr lang="en-CA" i="1"/>
                            <m:t>𝑡</m:t>
                          </m:r>
                        </m:den>
                      </m:f>
                    </m:oMath>
                  </m:oMathPara>
                </a14:m>
                <a:endParaRPr lang="en-CA" dirty="0"/>
              </a:p>
              <a:p>
                <a:r>
                  <a:rPr lang="en-CA" dirty="0"/>
                  <a:t>Rearranging for time: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/>
                        <m:t>𝑡</m:t>
                      </m:r>
                      <m:r>
                        <a:rPr lang="en-CA"/>
                        <m:t>=</m:t>
                      </m:r>
                      <m:f>
                        <m:fPr>
                          <m:ctrlPr>
                            <a:rPr lang="en-CA" i="1"/>
                          </m:ctrlPr>
                        </m:fPr>
                        <m:num>
                          <m:r>
                            <a:rPr lang="en-CA" i="1"/>
                            <m:t>𝑊</m:t>
                          </m:r>
                        </m:num>
                        <m:den>
                          <m:r>
                            <a:rPr lang="en-CA" i="1"/>
                            <m:t>𝑃</m:t>
                          </m:r>
                        </m:den>
                      </m:f>
                    </m:oMath>
                  </m:oMathPara>
                </a14:m>
                <a:endParaRPr lang="en-CA" dirty="0"/>
              </a:p>
              <a:p>
                <a:endParaRPr lang="en-CA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AFC7AB2-20EA-8C91-0499-23A84E4D0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450" y="1828800"/>
                <a:ext cx="3295650" cy="3990975"/>
              </a:xfrm>
              <a:prstGeom prst="rect">
                <a:avLst/>
              </a:prstGeom>
              <a:blipFill>
                <a:blip r:embed="rId3"/>
                <a:stretch>
                  <a:fillRect l="-1479" t="-61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9347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42D41-33F5-1273-F659-DE7336D5D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 6 Solution Continued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7802EF-5409-988A-1F3C-004EBBFD33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527281" y="1547996"/>
            <a:ext cx="7290031" cy="506245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7EE45A-6593-156A-9B73-7CE6C4171E32}"/>
                  </a:ext>
                </a:extLst>
              </p:cNvPr>
              <p:cNvSpPr txBox="1"/>
              <p:nvPr/>
            </p:nvSpPr>
            <p:spPr>
              <a:xfrm>
                <a:off x="6096000" y="1714500"/>
                <a:ext cx="3838575" cy="2483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Case 1: 100kW Engine: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𝑒𝑛𝑔𝑖𝑛𝑒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905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100000</m:t>
                          </m:r>
                        </m:den>
                      </m:f>
                    </m:oMath>
                  </m:oMathPara>
                </a14:m>
                <a:endParaRPr lang="en-CA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/>
                          </m:ctrlPr>
                        </m:sSubPr>
                        <m:e>
                          <m:r>
                            <a:rPr lang="en-CA" i="1"/>
                            <m:t>𝑡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CA" i="1"/>
                            <m:t>engine</m:t>
                          </m:r>
                        </m:sub>
                      </m:sSub>
                      <m:r>
                        <a:rPr lang="en-CA"/>
                        <m:t>=</m:t>
                      </m:r>
                      <m:r>
                        <a:rPr lang="en-CA"/>
                        <m:t>4905</m:t>
                      </m:r>
                      <m:r>
                        <m:rPr>
                          <m:nor/>
                        </m:rPr>
                        <a:rPr lang="en-CA" i="1"/>
                        <m:t> </m:t>
                      </m:r>
                      <m:r>
                        <m:rPr>
                          <m:nor/>
                        </m:rPr>
                        <a:rPr lang="en-CA" i="1"/>
                        <m:t>s</m:t>
                      </m:r>
                    </m:oMath>
                  </m:oMathPara>
                </a14:m>
                <a:endParaRPr lang="en-CA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/>
                          </m:ctrlPr>
                        </m:sSubPr>
                        <m:e>
                          <m:r>
                            <a:rPr lang="en-CA" i="1"/>
                            <m:t>𝑡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CA" i="1"/>
                            <m:t>engine</m:t>
                          </m:r>
                        </m:sub>
                      </m:sSub>
                      <m:r>
                        <a:rPr lang="en-CA"/>
                        <m:t>=</m:t>
                      </m:r>
                      <m:f>
                        <m:fPr>
                          <m:ctrlPr>
                            <a:rPr lang="en-CA" i="1"/>
                          </m:ctrlPr>
                        </m:fPr>
                        <m:num>
                          <m:r>
                            <a:rPr lang="en-CA"/>
                            <m:t>4905</m:t>
                          </m:r>
                        </m:num>
                        <m:den>
                          <m:r>
                            <a:rPr lang="en-CA"/>
                            <m:t>60</m:t>
                          </m:r>
                        </m:den>
                      </m:f>
                      <m:r>
                        <a:rPr lang="en-CA"/>
                        <m:t>=</m:t>
                      </m:r>
                      <m:r>
                        <a:rPr lang="en-CA"/>
                        <m:t>81</m:t>
                      </m:r>
                      <m:r>
                        <a:rPr lang="en-CA"/>
                        <m:t>.</m:t>
                      </m:r>
                      <m:r>
                        <a:rPr lang="en-CA"/>
                        <m:t>75</m:t>
                      </m:r>
                      <m:r>
                        <m:rPr>
                          <m:nor/>
                        </m:rPr>
                        <a:rPr lang="en-CA" i="1"/>
                        <m:t> </m:t>
                      </m:r>
                      <m:r>
                        <m:rPr>
                          <m:nor/>
                        </m:rPr>
                        <a:rPr lang="en-CA" i="1"/>
                        <m:t>min</m:t>
                      </m:r>
                    </m:oMath>
                  </m:oMathPara>
                </a14:m>
                <a:endParaRPr lang="en-CA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CA"/>
                          </m:ctrlPr>
                        </m:borderBoxPr>
                        <m:e>
                          <m:sSub>
                            <m:sSubPr>
                              <m:ctrlPr>
                                <a:rPr lang="en-CA"/>
                              </m:ctrlPr>
                            </m:sSubPr>
                            <m:e>
                              <m:r>
                                <a:rPr lang="en-CA" i="1"/>
                                <m:t>𝑡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CA" i="1"/>
                                <m:t>engine</m:t>
                              </m:r>
                            </m:sub>
                          </m:sSub>
                          <m:r>
                            <a:rPr lang="en-CA"/>
                            <m:t>=</m:t>
                          </m:r>
                          <m:r>
                            <a:rPr lang="en-CA"/>
                            <m:t>4905</m:t>
                          </m:r>
                          <m:r>
                            <m:rPr>
                              <m:nor/>
                            </m:rPr>
                            <a:rPr lang="en-CA" i="1"/>
                            <m:t> </m:t>
                          </m:r>
                          <m:r>
                            <m:rPr>
                              <m:nor/>
                            </m:rPr>
                            <a:rPr lang="en-CA" i="1"/>
                            <m:t>s</m:t>
                          </m:r>
                        </m:e>
                      </m:borderBox>
                    </m:oMath>
                  </m:oMathPara>
                </a14:m>
                <a:endParaRPr lang="en-CA" b="0" dirty="0"/>
              </a:p>
              <a:p>
                <a:endParaRPr lang="en-CA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7EE45A-6593-156A-9B73-7CE6C4171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714500"/>
                <a:ext cx="3838575" cy="2483500"/>
              </a:xfrm>
              <a:prstGeom prst="rect">
                <a:avLst/>
              </a:prstGeom>
              <a:blipFill>
                <a:blip r:embed="rId3"/>
                <a:stretch>
                  <a:fillRect l="-1270" t="-98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A0B8BD4-95D4-B999-154A-8FC045D1F1D5}"/>
                  </a:ext>
                </a:extLst>
              </p:cNvPr>
              <p:cNvSpPr txBox="1"/>
              <p:nvPr/>
            </p:nvSpPr>
            <p:spPr>
              <a:xfrm>
                <a:off x="6096000" y="4524375"/>
                <a:ext cx="3838575" cy="194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Case 2: 80 MW Power Plant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𝑝𝑙𝑎𝑛𝑡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905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CA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/>
                          </m:ctrlPr>
                        </m:sSubPr>
                        <m:e>
                          <m:r>
                            <a:rPr lang="en-CA" i="1"/>
                            <m:t>𝑡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CA" i="1"/>
                            <m:t>plant</m:t>
                          </m:r>
                        </m:sub>
                      </m:sSub>
                      <m:r>
                        <a:rPr lang="en-CA"/>
                        <m:t>=</m:t>
                      </m:r>
                      <m:r>
                        <a:rPr lang="en-CA"/>
                        <m:t>6</m:t>
                      </m:r>
                      <m:r>
                        <a:rPr lang="en-CA"/>
                        <m:t>.</m:t>
                      </m:r>
                      <m:r>
                        <a:rPr lang="en-CA"/>
                        <m:t>131</m:t>
                      </m:r>
                      <m:r>
                        <m:rPr>
                          <m:nor/>
                        </m:rPr>
                        <a:rPr lang="en-CA" i="1"/>
                        <m:t> </m:t>
                      </m:r>
                      <m:r>
                        <m:rPr>
                          <m:nor/>
                        </m:rPr>
                        <a:rPr lang="en-CA" i="1"/>
                        <m:t>s</m:t>
                      </m:r>
                    </m:oMath>
                  </m:oMathPara>
                </a14:m>
                <a:endParaRPr lang="en-CA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CA"/>
                          </m:ctrlPr>
                        </m:borderBoxPr>
                        <m:e>
                          <m:sSub>
                            <m:sSubPr>
                              <m:ctrlPr>
                                <a:rPr lang="en-CA"/>
                              </m:ctrlPr>
                            </m:sSubPr>
                            <m:e>
                              <m:r>
                                <a:rPr lang="en-CA" i="1"/>
                                <m:t>𝑡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CA" i="1"/>
                                <m:t>plant</m:t>
                              </m:r>
                            </m:sub>
                          </m:sSub>
                          <m:r>
                            <a:rPr lang="en-CA"/>
                            <m:t>≈</m:t>
                          </m:r>
                          <m:r>
                            <a:rPr lang="en-CA"/>
                            <m:t>6</m:t>
                          </m:r>
                          <m:r>
                            <a:rPr lang="en-CA"/>
                            <m:t>.</m:t>
                          </m:r>
                          <m:r>
                            <a:rPr lang="en-CA"/>
                            <m:t>13</m:t>
                          </m:r>
                          <m:r>
                            <m:rPr>
                              <m:nor/>
                            </m:rPr>
                            <a:rPr lang="en-CA" i="1"/>
                            <m:t> </m:t>
                          </m:r>
                          <m:r>
                            <m:rPr>
                              <m:nor/>
                            </m:rPr>
                            <a:rPr lang="en-CA" i="1"/>
                            <m:t>s</m:t>
                          </m:r>
                        </m:e>
                      </m:borderBox>
                    </m:oMath>
                  </m:oMathPara>
                </a14:m>
                <a:endParaRPr lang="en-CA" b="0" dirty="0"/>
              </a:p>
              <a:p>
                <a:endParaRPr lang="en-CA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A0B8BD4-95D4-B999-154A-8FC045D1F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524375"/>
                <a:ext cx="3838575" cy="1947200"/>
              </a:xfrm>
              <a:prstGeom prst="rect">
                <a:avLst/>
              </a:prstGeom>
              <a:blipFill>
                <a:blip r:embed="rId4"/>
                <a:stretch>
                  <a:fillRect l="-1270" t="-125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4391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E9B422-98F9-5244-3DD5-A8319299F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 7: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B1E0190-17E0-5D39-176A-370B3E5B0A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618245"/>
            <a:ext cx="10905066" cy="25081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19FB3A-8132-4531-19B6-1B89E3D31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555" y="2618245"/>
            <a:ext cx="1447811" cy="61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2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47865D-BDCC-03C4-377A-63717A16C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 7 Solution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B4AC926-7605-1373-EA24-EB0AA66E95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0398" y="1675227"/>
            <a:ext cx="8491203" cy="43941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229CF5F-710D-C889-0420-CB7A4FBA0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245" y="1501650"/>
            <a:ext cx="1447811" cy="61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879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C4F3D5-D441-AAB1-3645-473DDAD17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 8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1F809ED-3399-32A8-2F0B-F422A8C191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604612"/>
            <a:ext cx="10905066" cy="25354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23F0B3-304B-B868-7D29-61BF01967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60" y="2479355"/>
            <a:ext cx="1447811" cy="61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779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6F6CE0-4CD0-F96B-DC89-71197E3A5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 8 Solution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363CFEF-952A-F68A-B218-DF82A8DC65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0398" y="1675227"/>
            <a:ext cx="8491203" cy="43941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C28296-C3D3-3508-0CCD-66B8B1FA3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990" y="1396588"/>
            <a:ext cx="1447811" cy="61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660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0E62B2-241B-A982-0CC5-0A2F4AC7D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 9: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31DA4FA-D25E-A5EC-835A-D0052CB71C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9348" y="1675227"/>
            <a:ext cx="7953303" cy="43941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90E15F3-1450-C5D9-AE7E-0F282516A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495" y="1493810"/>
            <a:ext cx="1309706" cy="560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366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001621-62FD-9DA1-A1E4-B9E370004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 9 Solution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ACC2728-9ABB-CBA1-DDD0-5333B3DA0A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8711" y="1675227"/>
            <a:ext cx="9154578" cy="43941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0179F7-2F9B-8D98-A09A-7217794B1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873" y="1466481"/>
            <a:ext cx="1447811" cy="61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746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1AA213-2641-4856-AB03-5D808F57D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 10: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10CADA-A728-7E8C-62AE-CC78C6C028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113885"/>
            <a:ext cx="10905066" cy="35168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C0EB81-3E36-AE2B-5989-82DB0FACD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0439" y="2036223"/>
            <a:ext cx="1447811" cy="61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0433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36A17F-97C8-AD57-39B0-781D00161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 10 Solution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CB2291-312E-926D-8256-043FA65E9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941" y="1667645"/>
            <a:ext cx="5089704" cy="7448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799EA8-34DA-3F90-7E00-3ADECC03E179}"/>
              </a:ext>
            </a:extLst>
          </p:cNvPr>
          <p:cNvSpPr txBox="1"/>
          <p:nvPr/>
        </p:nvSpPr>
        <p:spPr>
          <a:xfrm>
            <a:off x="256674" y="2630905"/>
            <a:ext cx="11510783" cy="42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Assumptions:</a:t>
            </a:r>
          </a:p>
          <a:p>
            <a:pPr marL="0" marR="0" indent="-228600" algn="l">
              <a:spcBef>
                <a:spcPts val="0"/>
              </a:spcBef>
              <a:spcAft>
                <a:spcPts val="1000"/>
              </a:spcAft>
            </a:pPr>
            <a:r>
              <a:rPr lang="en-NZ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Both selected points are open to the atmosphere, so P₁ = P₂ = </a:t>
            </a:r>
            <a:r>
              <a:rPr lang="en-NZ" sz="1800" b="0" i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P_atm</a:t>
            </a:r>
            <a:r>
              <a:rPr lang="en-NZ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and the pressure-energy terms cancel.</a:t>
            </a:r>
          </a:p>
          <a:p>
            <a:pPr marL="0" marR="0" indent="-228600" algn="l">
              <a:spcBef>
                <a:spcPts val="0"/>
              </a:spcBef>
              <a:spcAft>
                <a:spcPts val="1000"/>
              </a:spcAft>
            </a:pPr>
            <a:r>
              <a:rPr lang="en-NZ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The lake is large and state 2 is selected far from the outlet, so V₂ ≈ 0 m/s. (Lakes do not move)</a:t>
            </a:r>
          </a:p>
          <a:p>
            <a:pPr marL="0" marR="0" indent="-228600" algn="l">
              <a:spcBef>
                <a:spcPts val="0"/>
              </a:spcBef>
              <a:spcAft>
                <a:spcPts val="1000"/>
              </a:spcAft>
            </a:pPr>
            <a:r>
              <a:rPr lang="en-NZ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Take the lake surface as the elevation datum: z₂ = 0 m and z₁ = 80 m.</a:t>
            </a:r>
          </a:p>
          <a:p>
            <a:pPr marL="0" marR="0" indent="-228600" algn="l">
              <a:spcBef>
                <a:spcPts val="0"/>
              </a:spcBef>
              <a:spcAft>
                <a:spcPts val="1000"/>
              </a:spcAft>
            </a:pPr>
            <a:r>
              <a:rPr lang="en-NZ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Water is incompressible with ρ = 1000 kg/m³.</a:t>
            </a:r>
          </a:p>
          <a:p>
            <a:pPr marL="0" marR="0" indent="-228600" algn="l">
              <a:spcBef>
                <a:spcPts val="0"/>
              </a:spcBef>
              <a:spcAft>
                <a:spcPts val="1000"/>
              </a:spcAft>
            </a:pPr>
            <a:r>
              <a:rPr lang="en-NZ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The power potential is the theoretical maximum: turbine inefficiency and frictional losses are neglected.</a:t>
            </a:r>
          </a:p>
          <a:p>
            <a:pPr marL="0" marR="0" indent="-228600" algn="l">
              <a:spcBef>
                <a:spcPts val="0"/>
              </a:spcBef>
              <a:spcAft>
                <a:spcPts val="1000"/>
              </a:spcAft>
            </a:pPr>
            <a:r>
              <a:rPr lang="en-NZ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Given: </a:t>
            </a:r>
            <a:r>
              <a:rPr lang="en-NZ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V₁ = 4 m/s, </a:t>
            </a:r>
          </a:p>
          <a:p>
            <a:pPr marL="0" marR="0" indent="-228600" algn="l">
              <a:spcBef>
                <a:spcPts val="0"/>
              </a:spcBef>
              <a:spcAft>
                <a:spcPts val="1000"/>
              </a:spcAft>
            </a:pPr>
            <a:r>
              <a:rPr lang="en-NZ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V̇ = 600 m³/s,   volumetric flow rate</a:t>
            </a:r>
          </a:p>
          <a:p>
            <a:pPr marL="0" marR="0" indent="-228600" algn="l">
              <a:spcBef>
                <a:spcPts val="0"/>
              </a:spcBef>
              <a:spcAft>
                <a:spcPts val="1000"/>
              </a:spcAft>
            </a:pPr>
            <a:r>
              <a:rPr lang="en-NZ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z₁ − z₂ = 80 m, </a:t>
            </a:r>
          </a:p>
          <a:p>
            <a:pPr marL="0" marR="0" indent="-228600" algn="l">
              <a:spcBef>
                <a:spcPts val="0"/>
              </a:spcBef>
              <a:spcAft>
                <a:spcPts val="1000"/>
              </a:spcAft>
            </a:pPr>
            <a:r>
              <a:rPr lang="en-NZ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ρ = 1000 kg/m³</a:t>
            </a:r>
            <a:endParaRPr lang="en-NZ" sz="1800" b="0" i="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5867023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F0976-E8A5-FAD8-8409-C1378E3A3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Question 10 Solution Continued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40D359-FF53-7C3B-0932-F0FFB900832E}"/>
              </a:ext>
            </a:extLst>
          </p:cNvPr>
          <p:cNvSpPr txBox="1"/>
          <p:nvPr/>
        </p:nvSpPr>
        <p:spPr>
          <a:xfrm>
            <a:off x="1058778" y="1438712"/>
            <a:ext cx="9849853" cy="1990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l">
              <a:spcBef>
                <a:spcPts val="0"/>
              </a:spcBef>
              <a:spcAft>
                <a:spcPts val="1000"/>
              </a:spcAft>
            </a:pPr>
            <a:r>
              <a:rPr lang="en-NZ" sz="18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Mass flow rate</a:t>
            </a:r>
            <a:endParaRPr lang="en-NZ" sz="1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algn="l">
              <a:spcBef>
                <a:spcPts val="0"/>
              </a:spcBef>
              <a:spcAft>
                <a:spcPts val="1000"/>
              </a:spcAft>
            </a:pPr>
            <a:r>
              <a:rPr lang="en-NZ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ṁ = </a:t>
            </a:r>
            <a:r>
              <a:rPr lang="en-NZ" sz="1800" b="0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ρV</a:t>
            </a:r>
            <a:r>
              <a:rPr lang="en-NZ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̇ -&gt; mass flow rate is equal to volumetric flow rate times density</a:t>
            </a:r>
            <a:endParaRPr lang="en-NZ" sz="1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algn="l">
              <a:spcBef>
                <a:spcPts val="0"/>
              </a:spcBef>
              <a:spcAft>
                <a:spcPts val="1000"/>
              </a:spcAft>
            </a:pPr>
            <a:r>
              <a:rPr lang="en-NZ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= (1000)(kg/m^3)(600)(m^3/s)</a:t>
            </a:r>
            <a:endParaRPr lang="en-NZ" sz="1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algn="l">
              <a:spcBef>
                <a:spcPts val="0"/>
              </a:spcBef>
              <a:spcAft>
                <a:spcPts val="1000"/>
              </a:spcAft>
            </a:pPr>
            <a:r>
              <a:rPr lang="en-NZ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= 600,000 kg/s</a:t>
            </a:r>
            <a:endParaRPr lang="en-NZ" sz="1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NZ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6A40A4-278F-B610-CC3E-DDB36B205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83217"/>
            <a:ext cx="5134692" cy="12193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4A0858-41D6-91DA-10DF-8C675278469D}"/>
              </a:ext>
            </a:extLst>
          </p:cNvPr>
          <p:cNvSpPr txBox="1"/>
          <p:nvPr/>
        </p:nvSpPr>
        <p:spPr>
          <a:xfrm>
            <a:off x="838200" y="4748463"/>
            <a:ext cx="8321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Since both pressure are </a:t>
            </a:r>
            <a:r>
              <a:rPr lang="en-NZ" dirty="0" err="1"/>
              <a:t>Patm</a:t>
            </a:r>
            <a:r>
              <a:rPr lang="en-NZ" dirty="0"/>
              <a:t>, change in pressure is zero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2F0145-16AD-90EA-63CD-BDDFCBDAB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01" y="5143585"/>
            <a:ext cx="3286584" cy="9621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94AACF9-FEF1-256B-7D45-C89518426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797" y="6180047"/>
            <a:ext cx="1733792" cy="2572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BFEED84-9D58-C6BE-CFD7-7C8CED9FBB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3487" y="6180047"/>
            <a:ext cx="1495634" cy="3048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B80974C-71E1-AE04-6CCF-1B21875557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2931" y="6203205"/>
            <a:ext cx="1609950" cy="2381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270C69-7084-2CA3-2B81-BD14D3C7CA77}"/>
              </a:ext>
            </a:extLst>
          </p:cNvPr>
          <p:cNvSpPr txBox="1"/>
          <p:nvPr/>
        </p:nvSpPr>
        <p:spPr>
          <a:xfrm>
            <a:off x="7477125" y="5738473"/>
            <a:ext cx="44100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Efluid</a:t>
            </a:r>
            <a:r>
              <a:rPr lang="en-CA" dirty="0"/>
              <a:t> is power lost by water as it passes through turbine, so </a:t>
            </a:r>
            <a:r>
              <a:rPr lang="en-CA" dirty="0" err="1"/>
              <a:t>Emech</a:t>
            </a:r>
            <a:r>
              <a:rPr lang="en-CA" dirty="0"/>
              <a:t> is power gained by turbine as water spins it.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1AA8ECA-A37C-203A-4086-41D0B420A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49983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839</Words>
  <Application>Microsoft Office PowerPoint</Application>
  <PresentationFormat>Widescreen</PresentationFormat>
  <Paragraphs>128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Cambria</vt:lpstr>
      <vt:lpstr>Cambria Math</vt:lpstr>
      <vt:lpstr>Office Theme</vt:lpstr>
      <vt:lpstr>Thermodynamics Tutorial 2</vt:lpstr>
      <vt:lpstr>Question 1</vt:lpstr>
      <vt:lpstr>Question 1 Solution</vt:lpstr>
      <vt:lpstr>Question 2:</vt:lpstr>
      <vt:lpstr>Question 2 Solution</vt:lpstr>
      <vt:lpstr>Question 3:</vt:lpstr>
      <vt:lpstr>Question 3 Solution</vt:lpstr>
      <vt:lpstr>Question 3 Part b solution</vt:lpstr>
      <vt:lpstr>Question 4:</vt:lpstr>
      <vt:lpstr>Question 4 Solution</vt:lpstr>
      <vt:lpstr>Question 5:</vt:lpstr>
      <vt:lpstr>Question 5 Solution</vt:lpstr>
      <vt:lpstr>Question 5 Solution Continued</vt:lpstr>
      <vt:lpstr>Question 6:</vt:lpstr>
      <vt:lpstr>Question 6 Solution</vt:lpstr>
      <vt:lpstr>Question 6 Solution Continued</vt:lpstr>
      <vt:lpstr>Question 6 Solution Continued</vt:lpstr>
      <vt:lpstr>Question 7:</vt:lpstr>
      <vt:lpstr>Question 7 Solution</vt:lpstr>
      <vt:lpstr>Question 8</vt:lpstr>
      <vt:lpstr>Question 8 Solution</vt:lpstr>
      <vt:lpstr>Question 9:</vt:lpstr>
      <vt:lpstr>Question 9 Solution</vt:lpstr>
      <vt:lpstr>Question 10:</vt:lpstr>
      <vt:lpstr>Question 10 Solution</vt:lpstr>
      <vt:lpstr>Question 10 Solution Continued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Cameron Gillingham</dc:creator>
  <cp:lastModifiedBy>Cameron Gillingham</cp:lastModifiedBy>
  <cp:revision>1</cp:revision>
  <dcterms:created xsi:type="dcterms:W3CDTF">2026-07-18T02:15:41Z</dcterms:created>
  <dcterms:modified xsi:type="dcterms:W3CDTF">2026-07-22T23:41:09Z</dcterms:modified>
</cp:coreProperties>
</file>